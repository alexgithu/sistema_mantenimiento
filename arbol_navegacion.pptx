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3" d="100"/>
          <a:sy n="73" d="100"/>
        </p:scale>
        <p:origin x="7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8B2551-798B-43B8-BE65-B82E6A6144F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6B95218-87DD-44C6-AA56-A352319271C9}">
      <dgm:prSet phldrT="[Texto]"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sistema_mantenimiento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39C2E4-EDBC-43CB-B8EB-A53562FF63C7}" type="parTrans" cxnId="{6CA58232-AF93-4DD7-BA07-656DB73B17B1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3D716E-4635-4D53-93AC-3278230535EC}" type="sibTrans" cxnId="{6CA58232-AF93-4DD7-BA07-656DB73B17B1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FB67D2-5AE6-47E7-9C65-2A28432938B6}">
      <dgm:prSet phldrT="[Texto]"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vistas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3EB5F5-BC86-44FC-9CDA-CFC3A149051B}" type="parTrans" cxnId="{CDF536B0-5DBF-4D8E-A9B6-B540AB77D9EE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90B370-957A-4459-B997-22EB8DB9582C}" type="sibTrans" cxnId="{CDF536B0-5DBF-4D8E-A9B6-B540AB77D9EE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951A8F-EFB0-41C3-AE21-D882A5DBCB16}">
      <dgm:prSet phldrT="[Texto]"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dependencias.php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0D304F-8DFA-4059-B322-B853AB9E379A}" type="parTrans" cxnId="{88BAA4AC-D007-4A87-9971-A4D73E9F1BA8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AEB694-5D1D-470B-9644-D80123EEC501}" type="sibTrans" cxnId="{88BAA4AC-D007-4A87-9971-A4D73E9F1BA8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9F56EB-D08F-496B-9690-2CCBD84013F3}">
      <dgm:prSet phldrT="[Texto]"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exportarInventario.php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7B0735-609E-4D98-BF0C-216D61F7C3BE}" type="parTrans" cxnId="{3EF2CB4E-8A0B-43ED-AA25-5B28E9C5EF00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B5693C-7E73-4722-AC9D-A97CC8BEBDAE}" type="sibTrans" cxnId="{3EF2CB4E-8A0B-43ED-AA25-5B28E9C5EF00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2F7998-A6CC-460E-AF5F-A6543370BCF1}">
      <dgm:prSet phldrT="[Texto]"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clases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5DD671-715D-4446-A8B9-48F05919ACD5}" type="parTrans" cxnId="{EFD2B565-B415-44DA-932E-EF68BBCD89F5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4AC935-4875-4162-96FC-15D241DCC7EB}" type="sibTrans" cxnId="{EFD2B565-B415-44DA-932E-EF68BBCD89F5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E066B7-F387-48D8-948A-BBC18D87A1B1}">
      <dgm:prSet phldrT="[Texto]"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Conexion.php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0B9D04-0DDA-4C3E-A94E-8F67371C4475}" type="parTrans" cxnId="{0B4AEA5D-97EE-4B4A-A45C-4DCBF220ADC0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6FCC66-EFE3-45B3-AB5D-8745607C99F9}" type="sibTrans" cxnId="{0B4AEA5D-97EE-4B4A-A45C-4DCBF220ADC0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8DA3EC-2A58-408C-924F-5A9B14C568C0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index.php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47E75A-7147-4326-8BD0-5BE48DD787B5}" type="parTrans" cxnId="{20A14F4A-7E50-4529-8063-143D2C26FFAC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7C298C-3B05-4B63-AC4B-0792C49489A8}" type="sibTrans" cxnId="{20A14F4A-7E50-4529-8063-143D2C26FFAC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BF3467-64D7-48C9-BBB0-B3BB5B5F532E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librerias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362ED1-D95F-4CDC-92A5-EA6D961466F4}" type="parTrans" cxnId="{FAF235CE-4939-456F-8ADD-97CFFDC5BA34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3B3DA5-DBF5-48FC-9541-FD70F6FCD590}" type="sibTrans" cxnId="{FAF235CE-4939-456F-8ADD-97CFFDC5BA34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5F07C6-C0B7-47FB-BA4C-7B5D81E33714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procesos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7F87F8-B204-4133-AAA6-699AE99FF72F}" type="parTrans" cxnId="{97C8BF54-C96D-4F87-B8B8-FF1BA8DD5972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8080D4-AEAD-41A6-B9D0-2004582445D6}" type="sibTrans" cxnId="{97C8BF54-C96D-4F87-B8B8-FF1BA8DD597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956D7A-9F39-471B-9394-5E08D6875D6E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inventario.php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E54CC8-30B2-4F2A-AEE5-D3139E87B0B1}" type="parTrans" cxnId="{5DE24B65-B941-4417-9204-20EDDFDD00AF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2D55DC-EF04-4CF0-9398-39E579A246E1}" type="sibTrans" cxnId="{5DE24B65-B941-4417-9204-20EDDFDD00AF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83203F-9423-432F-9536-58B690275E5D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tareas.php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23BEA8-166D-46A5-B560-EB8BDD3D5F87}" type="parTrans" cxnId="{670F3DD5-762C-4A1C-AD7B-8F011A3E821E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6E5EE9-8234-4052-8B08-79F8F7195AB9}" type="sibTrans" cxnId="{670F3DD5-762C-4A1C-AD7B-8F011A3E821E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AD1D01-A904-47DA-BD3C-B82A10046884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menu.php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675088-F0E6-4819-99D2-E471B167CAC3}" type="parTrans" cxnId="{10B59A55-8FBA-4616-A68C-A15907CA517B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65436D1-9DE5-4ED5-9D8B-17280B060F29}" type="sibTrans" cxnId="{10B59A55-8FBA-4616-A68C-A15907CA517B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B8EB134-9C37-4E1A-9D31-A95B0052A18E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usuarios.php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7721A6-94E0-4613-ADFA-5744F9236DE3}" type="parTrans" cxnId="{A041D08A-EECF-46FE-8F40-8FA33FA51741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C8E443-119F-4C32-BB9D-BECE2F05E0E8}" type="sibTrans" cxnId="{A041D08A-EECF-46FE-8F40-8FA33FA51741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790A9F5-AACC-4BEC-8365-CDBDCA94A5FB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Usuarios.php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E8371C-33A9-4050-BD51-49246A4E4B53}" type="parTrans" cxnId="{4C832CFF-363E-4A52-AD5C-1C82A3A1BE67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18A208-4530-44A2-86FD-1900C4EAD671}" type="sibTrans" cxnId="{4C832CFF-363E-4A52-AD5C-1C82A3A1BE67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68E0C3-8DB8-4B9B-AA53-112A8F050F4F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Inventario.php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7E4861-239B-4F3B-A322-46D5622E5A1C}" type="parTrans" cxnId="{925BDF1B-E89E-42AF-BE1C-173292DBEA18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D61A60-6171-49A6-9E6C-E3C1ED17B981}" type="sibTrans" cxnId="{925BDF1B-E89E-42AF-BE1C-173292DBEA18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34C21F-3508-4AD9-8AEF-7D944DD1912C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Tareas.php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19FE6F-14D9-499C-8964-7C4BDC6016E5}" type="parTrans" cxnId="{DCC3AE9F-E23F-4DE1-ADAA-1B0E8EA8F5E9}">
      <dgm:prSet custT="1"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A0E2AA-CF31-403E-9809-79178DC52AF2}" type="sibTrans" cxnId="{DCC3AE9F-E23F-4DE1-ADAA-1B0E8EA8F5E9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56F770-4A67-454D-BF76-73E40DFCE128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inventario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9FC534-805D-4B6D-B126-8C83B0344DD7}" type="parTrans" cxnId="{6EE405EB-A19A-4F0D-8CC9-576EDA571A1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645B27-1064-4C94-A57F-33A513C44989}" type="sibTrans" cxnId="{6EE405EB-A19A-4F0D-8CC9-576EDA571A1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4BE683-026D-432D-ACF5-364A6609F7E9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tareas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5008D0-0A6C-48EC-B603-AB706264D34B}" type="parTrans" cxnId="{5AF39FEA-FC08-4271-9C67-7CB4D75E0218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2650B7-0B5A-4165-BE9A-7574C03E17F2}" type="sibTrans" cxnId="{5AF39FEA-FC08-4271-9C67-7CB4D75E0218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36EB94-895D-4652-BC5B-43DF2A2A0CD0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usuarios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973310-6A5B-4B0B-94B4-B2624993064B}" type="parTrans" cxnId="{031BBC59-3F41-4458-A9F7-7ABE803DCC2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DD022E-54A4-40B7-9E57-804CF7630F0A}" type="sibTrans" cxnId="{031BBC59-3F41-4458-A9F7-7ABE803DCC2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0925EC-D0A6-4E7A-AF20-51256AD6A8C5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alertifyjs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E4219C-C500-4422-A303-A2DF54417B74}" type="parTrans" cxnId="{DD5308DB-845D-468B-B339-439A5FE50FAB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D047E8-B2CB-49AC-81D0-8AC11254E166}" type="sibTrans" cxnId="{DD5308DB-845D-468B-B339-439A5FE50FAB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B72523A-BA05-4A17-8FBC-229A933948A6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bootstrap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26AA45-D803-4AB3-A88F-24F6A2008724}" type="parTrans" cxnId="{61F8AB0B-B4AB-4D32-ACBB-FDFB174648AA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42093B-CAA1-4813-AA20-15B07F2D408F}" type="sibTrans" cxnId="{61F8AB0B-B4AB-4D32-ACBB-FDFB174648AA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BBBCD73-4A95-43B9-A77D-434B5A944498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jquery-3.2.1.min.js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63665C-79FF-4730-8AD2-3F134459B564}" type="parTrans" cxnId="{248C5AA8-E273-44D9-9048-D3C2F8C63A7A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2BE355-4284-48D1-9B91-AE100BDE4074}" type="sibTrans" cxnId="{248C5AA8-E273-44D9-9048-D3C2F8C63A7A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3F7F28-83A1-41E6-B60D-D3635A0523D2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select2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0EBC18-1F10-4B45-A74D-7E6D1081C606}" type="parTrans" cxnId="{419122CE-79AD-4436-B0BB-E7CF3750471F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578B73-4CA1-4ECD-BD46-3C021C18B893}" type="sibTrans" cxnId="{419122CE-79AD-4436-B0BB-E7CF3750471F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504BFF-820A-4AD6-AC06-5BDD85E5CF38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eliminaInventario.php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C6F4C8-89BD-4F49-A316-D9200FDF7E34}" type="parTrans" cxnId="{9A56979A-AAF8-4D0E-A435-710E710F7487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72A3329-D631-4BFD-BB30-34DED7E2D29F}" type="sibTrans" cxnId="{9A56979A-AAF8-4D0E-A435-710E710F7487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55F65E-316D-4829-95BD-47192155A36F}">
      <dgm:prSet custT="1"/>
      <dgm:spPr/>
      <dgm:t>
        <a:bodyPr/>
        <a:lstStyle/>
        <a:p>
          <a:r>
            <a:rPr lang="es-MX" sz="1000" b="1" dirty="0" smtClean="0">
              <a:latin typeface="Arial" panose="020B0604020202020204" pitchFamily="34" charset="0"/>
              <a:cs typeface="Arial" panose="020B0604020202020204" pitchFamily="34" charset="0"/>
            </a:rPr>
            <a:t>obtenDatosInventario.php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D2B68B-CCFA-4BC9-A433-CB74E9C642C3}" type="parTrans" cxnId="{B6EEEC9F-3CAC-47F4-842D-3F36AD938461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991F33-338B-423A-86BB-037080D6B411}" type="sibTrans" cxnId="{B6EEEC9F-3CAC-47F4-842D-3F36AD938461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0D415C-CD7B-40B3-9636-6874758896E5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actualizaInventario.php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96039E-97C2-4293-B1DE-4D42C5774207}" type="parTrans" cxnId="{E819881C-3DE4-49DF-863F-08F56BF3C05A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B655D8-8FD8-4E10-9463-329D4AE4E790}" type="sibTrans" cxnId="{E819881C-3DE4-49DF-863F-08F56BF3C05A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5F1D3D-F5FB-4B2C-8B9E-9E6FE72D2314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agregaInventario.php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672425-18B6-4FA0-86D2-458BB62A5DAA}" type="parTrans" cxnId="{0E184113-4A50-4B22-972E-2505815ED9FF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3726DA-6504-49E9-A5B7-322025490C15}" type="sibTrans" cxnId="{0E184113-4A50-4B22-972E-2505815ED9FF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BEE427-256F-4B75-8901-09FD134FF92A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agregaTareas.php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6F9346-49C2-4548-BD1D-AA0E3D7CC957}" type="parTrans" cxnId="{C1F5F5C5-B233-47DC-B5A3-38B0FD3BC6E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106CE2-9956-4C1F-8C19-07F6D0DCC569}" type="sibTrans" cxnId="{C1F5F5C5-B233-47DC-B5A3-38B0FD3BC6E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D2C244-6F8A-43BF-A22C-343CD33E4787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eliminaTarea.php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1A21D0-6F02-4E89-A9A5-169B041D769D}" type="parTrans" cxnId="{FBB7472C-0A9D-4225-95DA-27E12BEABA71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D88ED6-1F8A-4549-800A-F2F40F668CA7}" type="sibTrans" cxnId="{FBB7472C-0A9D-4225-95DA-27E12BEABA71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C39DFB-A19E-448A-AC5C-C073A8273E77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obtenDatosTareas.php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3DB38CC-9CD4-4EB5-A5F9-7338167E67FA}" type="parTrans" cxnId="{9DD18C4C-D24B-456C-9F71-B5F3D106A7B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04A66F-43BF-4A7D-B5CE-1F31B2CB5D3D}" type="sibTrans" cxnId="{9DD18C4C-D24B-456C-9F71-B5F3D106A7B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D577E0-E92B-451E-87F4-7ED6C708CBFE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agregaDatosUsuarios.php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B43C35-41AC-4349-9BCF-5EE788E13925}" type="parTrans" cxnId="{D8142C7F-884F-4E12-A98D-5B13A31E1DA0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4B3E23-515F-42DC-BE35-5B0C76CF9375}" type="sibTrans" cxnId="{D8142C7F-884F-4E12-A98D-5B13A31E1DA0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B8A46E-CD7A-4B2F-867B-08332A746E9E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obtenDatosUsuarios.php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9DB976-6713-4049-B253-792C1713D897}" type="parTrans" cxnId="{1463D32D-E20F-4FF7-9F32-8962C21C7AD0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53B1B4-DB1C-45F2-893B-4B5A4A56235C}" type="sibTrans" cxnId="{1463D32D-E20F-4FF7-9F32-8962C21C7AD0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6FB8E7-F307-48EA-BE26-47FC78AA6AB3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actualizaUsuarios.php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FBCDD9B-0233-457B-A120-2CB643487992}" type="parTrans" cxnId="{F4DF0EAF-45F6-41DC-995F-374E14FBB6CE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941153-63C4-4C0C-B9A2-BDDD1D77CF11}" type="sibTrans" cxnId="{F4DF0EAF-45F6-41DC-995F-374E14FBB6CE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E87205B-9ED6-4DC7-9FC0-B71E86F28430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eliminaUsuarios.php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C6D98F-D1AC-4CFE-BAC7-992DB83F9A6A}" type="parTrans" cxnId="{36BBE675-33FA-4E6C-8F8B-CC11162A440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F2300C-8A93-4C37-8457-2E5F27D97357}" type="sibTrans" cxnId="{36BBE675-33FA-4E6C-8F8B-CC11162A440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1ED86F-8FBC-448B-8AD7-847EC29D23F8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tablaUsuarios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0B4630-97E7-4BA2-9CDC-0B2A42753A8B}" type="parTrans" cxnId="{88C5A121-597C-42FF-BEB6-01B43AC3417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D5276B-05EA-4685-B241-F27DC487FF71}" type="sibTrans" cxnId="{88C5A121-597C-42FF-BEB6-01B43AC34172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7AA8F5E-96AD-4C06-9658-B415B6AB39EB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tablaTareas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AE0191-FD7B-45EF-8C8F-7BE579ED0FA1}" type="parTrans" cxnId="{3447DE09-6D63-42D8-BB20-88877C37293E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68278E2-2719-41B2-ABE7-8FC6FFA6C453}" type="sibTrans" cxnId="{3447DE09-6D63-42D8-BB20-88877C37293E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A61909-5DB2-4C72-A08D-32287F1D47BD}">
      <dgm:prSet custT="1"/>
      <dgm:spPr/>
      <dgm:t>
        <a:bodyPr/>
        <a:lstStyle/>
        <a:p>
          <a:r>
            <a:rPr lang="es-ES" sz="1000" b="1" dirty="0" smtClean="0">
              <a:latin typeface="Arial" panose="020B0604020202020204" pitchFamily="34" charset="0"/>
              <a:cs typeface="Arial" panose="020B0604020202020204" pitchFamily="34" charset="0"/>
            </a:rPr>
            <a:t>tablaInventario</a:t>
          </a:r>
          <a:endParaRPr lang="es-MX" sz="1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F8D405-9540-4421-A94F-9D711483BCEE}" type="parTrans" cxnId="{18A90A79-7AFF-48CC-86E6-52DF8248FF75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3F5430-6C47-4C85-83D1-74A688C523A3}" type="sibTrans" cxnId="{18A90A79-7AFF-48CC-86E6-52DF8248FF75}">
      <dgm:prSet/>
      <dgm:spPr/>
      <dgm:t>
        <a:bodyPr/>
        <a:lstStyle/>
        <a:p>
          <a:endParaRPr lang="es-MX" sz="1000" b="1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11AC58-12CF-4E93-9B9B-BAA01C9F6AD2}" type="pres">
      <dgm:prSet presAssocID="{298B2551-798B-43B8-BE65-B82E6A6144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617305E-CD88-4BE7-BC55-2120FE6A8979}" type="pres">
      <dgm:prSet presAssocID="{C6B95218-87DD-44C6-AA56-A352319271C9}" presName="hierRoot1" presStyleCnt="0">
        <dgm:presLayoutVars>
          <dgm:hierBranch val="init"/>
        </dgm:presLayoutVars>
      </dgm:prSet>
      <dgm:spPr/>
    </dgm:pt>
    <dgm:pt modelId="{56E74F76-F11C-4539-B526-86146C4AAD5B}" type="pres">
      <dgm:prSet presAssocID="{C6B95218-87DD-44C6-AA56-A352319271C9}" presName="rootComposite1" presStyleCnt="0"/>
      <dgm:spPr/>
    </dgm:pt>
    <dgm:pt modelId="{A8703866-C259-4DD4-9B68-4F1267834504}" type="pres">
      <dgm:prSet presAssocID="{C6B95218-87DD-44C6-AA56-A352319271C9}" presName="rootText1" presStyleLbl="node0" presStyleIdx="0" presStyleCnt="1" custScaleX="106305" custScaleY="20128">
        <dgm:presLayoutVars>
          <dgm:chPref val="3"/>
        </dgm:presLayoutVars>
      </dgm:prSet>
      <dgm:spPr/>
    </dgm:pt>
    <dgm:pt modelId="{8BF0A043-E937-4DFC-9795-828B0F93717C}" type="pres">
      <dgm:prSet presAssocID="{C6B95218-87DD-44C6-AA56-A352319271C9}" presName="rootConnector1" presStyleLbl="node1" presStyleIdx="0" presStyleCnt="0"/>
      <dgm:spPr/>
    </dgm:pt>
    <dgm:pt modelId="{E9D224BE-39F8-4375-A6AC-FF4834206E0E}" type="pres">
      <dgm:prSet presAssocID="{C6B95218-87DD-44C6-AA56-A352319271C9}" presName="hierChild2" presStyleCnt="0"/>
      <dgm:spPr/>
    </dgm:pt>
    <dgm:pt modelId="{98CC529A-8DB4-45C1-96BD-8595A19F2201}" type="pres">
      <dgm:prSet presAssocID="{4D7F87F8-B204-4133-AAA6-699AE99FF72F}" presName="Name37" presStyleLbl="parChTrans1D2" presStyleIdx="0" presStyleCnt="4"/>
      <dgm:spPr/>
    </dgm:pt>
    <dgm:pt modelId="{EB6D5D77-63ED-4271-BD8B-232C0A71B5FE}" type="pres">
      <dgm:prSet presAssocID="{C75F07C6-C0B7-47FB-BA4C-7B5D81E33714}" presName="hierRoot2" presStyleCnt="0">
        <dgm:presLayoutVars>
          <dgm:hierBranch val="init"/>
        </dgm:presLayoutVars>
      </dgm:prSet>
      <dgm:spPr/>
    </dgm:pt>
    <dgm:pt modelId="{2DD29C5C-19B2-405F-9E8E-E143F0A6C8E0}" type="pres">
      <dgm:prSet presAssocID="{C75F07C6-C0B7-47FB-BA4C-7B5D81E33714}" presName="rootComposite" presStyleCnt="0"/>
      <dgm:spPr/>
    </dgm:pt>
    <dgm:pt modelId="{9D61BB89-EB87-4876-AB71-D86A0089942F}" type="pres">
      <dgm:prSet presAssocID="{C75F07C6-C0B7-47FB-BA4C-7B5D81E33714}" presName="rootText" presStyleLbl="node2" presStyleIdx="0" presStyleCnt="4" custScaleX="50093" custScaleY="39398">
        <dgm:presLayoutVars>
          <dgm:chPref val="3"/>
        </dgm:presLayoutVars>
      </dgm:prSet>
      <dgm:spPr/>
    </dgm:pt>
    <dgm:pt modelId="{761A34E1-004A-4999-95D5-E1C547C6A288}" type="pres">
      <dgm:prSet presAssocID="{C75F07C6-C0B7-47FB-BA4C-7B5D81E33714}" presName="rootConnector" presStyleLbl="node2" presStyleIdx="0" presStyleCnt="4"/>
      <dgm:spPr/>
    </dgm:pt>
    <dgm:pt modelId="{C0E34AE6-449E-44A4-AAF4-3355FD70FA76}" type="pres">
      <dgm:prSet presAssocID="{C75F07C6-C0B7-47FB-BA4C-7B5D81E33714}" presName="hierChild4" presStyleCnt="0"/>
      <dgm:spPr/>
    </dgm:pt>
    <dgm:pt modelId="{8F01CFD8-B4B7-44BE-A5FB-EABBAD4F6BDD}" type="pres">
      <dgm:prSet presAssocID="{259FC534-805D-4B6D-B126-8C83B0344DD7}" presName="Name37" presStyleLbl="parChTrans1D3" presStyleIdx="0" presStyleCnt="21"/>
      <dgm:spPr/>
    </dgm:pt>
    <dgm:pt modelId="{3A8EF486-658B-42FD-B5CB-33E7C1A51C29}" type="pres">
      <dgm:prSet presAssocID="{8056F770-4A67-454D-BF76-73E40DFCE128}" presName="hierRoot2" presStyleCnt="0">
        <dgm:presLayoutVars>
          <dgm:hierBranch val="init"/>
        </dgm:presLayoutVars>
      </dgm:prSet>
      <dgm:spPr/>
    </dgm:pt>
    <dgm:pt modelId="{92AC7D21-D893-4BDE-B1DB-1CC9AF4DB60A}" type="pres">
      <dgm:prSet presAssocID="{8056F770-4A67-454D-BF76-73E40DFCE128}" presName="rootComposite" presStyleCnt="0"/>
      <dgm:spPr/>
    </dgm:pt>
    <dgm:pt modelId="{0252B5AB-E002-4818-99C6-A7921E0E547D}" type="pres">
      <dgm:prSet presAssocID="{8056F770-4A67-454D-BF76-73E40DFCE128}" presName="rootText" presStyleLbl="node3" presStyleIdx="0" presStyleCnt="21" custScaleX="36183" custScaleY="24674">
        <dgm:presLayoutVars>
          <dgm:chPref val="3"/>
        </dgm:presLayoutVars>
      </dgm:prSet>
      <dgm:spPr/>
    </dgm:pt>
    <dgm:pt modelId="{1CBCCE76-CACD-41C4-88CB-BF6140F0A3C4}" type="pres">
      <dgm:prSet presAssocID="{8056F770-4A67-454D-BF76-73E40DFCE128}" presName="rootConnector" presStyleLbl="node3" presStyleIdx="0" presStyleCnt="21"/>
      <dgm:spPr/>
    </dgm:pt>
    <dgm:pt modelId="{9EB41B39-B83F-4FE4-BFD6-DCF319C082F7}" type="pres">
      <dgm:prSet presAssocID="{8056F770-4A67-454D-BF76-73E40DFCE128}" presName="hierChild4" presStyleCnt="0"/>
      <dgm:spPr/>
    </dgm:pt>
    <dgm:pt modelId="{2BECAFBA-C038-49A9-9D6D-FCB6B5C0E390}" type="pres">
      <dgm:prSet presAssocID="{44C6F4C8-89BD-4F49-A316-D9200FDF7E34}" presName="Name37" presStyleLbl="parChTrans1D4" presStyleIdx="0" presStyleCnt="11"/>
      <dgm:spPr/>
    </dgm:pt>
    <dgm:pt modelId="{8E380C80-0295-4199-B215-30C9EC549A9D}" type="pres">
      <dgm:prSet presAssocID="{30504BFF-820A-4AD6-AC06-5BDD85E5CF38}" presName="hierRoot2" presStyleCnt="0">
        <dgm:presLayoutVars>
          <dgm:hierBranch val="init"/>
        </dgm:presLayoutVars>
      </dgm:prSet>
      <dgm:spPr/>
    </dgm:pt>
    <dgm:pt modelId="{C761016A-0916-460D-9DE7-33E924D66B17}" type="pres">
      <dgm:prSet presAssocID="{30504BFF-820A-4AD6-AC06-5BDD85E5CF38}" presName="rootComposite" presStyleCnt="0"/>
      <dgm:spPr/>
    </dgm:pt>
    <dgm:pt modelId="{A546367D-DBF5-4219-9D49-9950F1F9BD63}" type="pres">
      <dgm:prSet presAssocID="{30504BFF-820A-4AD6-AC06-5BDD85E5CF38}" presName="rootText" presStyleLbl="node4" presStyleIdx="0" presStyleCnt="11" custScaleX="53335" custScaleY="39443">
        <dgm:presLayoutVars>
          <dgm:chPref val="3"/>
        </dgm:presLayoutVars>
      </dgm:prSet>
      <dgm:spPr/>
    </dgm:pt>
    <dgm:pt modelId="{DE7A178F-BB1F-4354-BF9C-156AB6B4715D}" type="pres">
      <dgm:prSet presAssocID="{30504BFF-820A-4AD6-AC06-5BDD85E5CF38}" presName="rootConnector" presStyleLbl="node4" presStyleIdx="0" presStyleCnt="11"/>
      <dgm:spPr/>
    </dgm:pt>
    <dgm:pt modelId="{C9CF28EE-13A4-4916-8724-768B0C728269}" type="pres">
      <dgm:prSet presAssocID="{30504BFF-820A-4AD6-AC06-5BDD85E5CF38}" presName="hierChild4" presStyleCnt="0"/>
      <dgm:spPr/>
    </dgm:pt>
    <dgm:pt modelId="{EA9C431F-066D-453F-8B70-951279E2204F}" type="pres">
      <dgm:prSet presAssocID="{30504BFF-820A-4AD6-AC06-5BDD85E5CF38}" presName="hierChild5" presStyleCnt="0"/>
      <dgm:spPr/>
    </dgm:pt>
    <dgm:pt modelId="{E7068CF5-1CC4-4F2E-856D-BC8AA2CCCDFE}" type="pres">
      <dgm:prSet presAssocID="{9C672425-18B6-4FA0-86D2-458BB62A5DAA}" presName="Name37" presStyleLbl="parChTrans1D4" presStyleIdx="1" presStyleCnt="11"/>
      <dgm:spPr/>
    </dgm:pt>
    <dgm:pt modelId="{177D74B3-4B01-4C49-A10B-97DF88AADF4F}" type="pres">
      <dgm:prSet presAssocID="{845F1D3D-F5FB-4B2C-8B9E-9E6FE72D2314}" presName="hierRoot2" presStyleCnt="0">
        <dgm:presLayoutVars>
          <dgm:hierBranch val="init"/>
        </dgm:presLayoutVars>
      </dgm:prSet>
      <dgm:spPr/>
    </dgm:pt>
    <dgm:pt modelId="{B0C6995D-2E2C-42DE-8DEA-BEEB6BC30705}" type="pres">
      <dgm:prSet presAssocID="{845F1D3D-F5FB-4B2C-8B9E-9E6FE72D2314}" presName="rootComposite" presStyleCnt="0"/>
      <dgm:spPr/>
    </dgm:pt>
    <dgm:pt modelId="{6591C24C-8D19-4387-890E-878682BACF1D}" type="pres">
      <dgm:prSet presAssocID="{845F1D3D-F5FB-4B2C-8B9E-9E6FE72D2314}" presName="rootText" presStyleLbl="node4" presStyleIdx="1" presStyleCnt="11" custScaleX="53335" custScaleY="54448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DDB65AEB-64A6-40E3-A663-B7824D1C60FF}" type="pres">
      <dgm:prSet presAssocID="{845F1D3D-F5FB-4B2C-8B9E-9E6FE72D2314}" presName="rootConnector" presStyleLbl="node4" presStyleIdx="1" presStyleCnt="11"/>
      <dgm:spPr/>
    </dgm:pt>
    <dgm:pt modelId="{51EB88EA-67B9-4231-8866-41EFF1A57089}" type="pres">
      <dgm:prSet presAssocID="{845F1D3D-F5FB-4B2C-8B9E-9E6FE72D2314}" presName="hierChild4" presStyleCnt="0"/>
      <dgm:spPr/>
    </dgm:pt>
    <dgm:pt modelId="{2CE9DEED-5BE9-4445-8849-996B8110F97A}" type="pres">
      <dgm:prSet presAssocID="{845F1D3D-F5FB-4B2C-8B9E-9E6FE72D2314}" presName="hierChild5" presStyleCnt="0"/>
      <dgm:spPr/>
    </dgm:pt>
    <dgm:pt modelId="{9C1263A9-2B31-48AC-BD80-8073BCB112F0}" type="pres">
      <dgm:prSet presAssocID="{C6D2B68B-CCFA-4BC9-A433-CB74E9C642C3}" presName="Name37" presStyleLbl="parChTrans1D4" presStyleIdx="2" presStyleCnt="11"/>
      <dgm:spPr/>
    </dgm:pt>
    <dgm:pt modelId="{B95663E5-D27F-48A5-AE08-FB9703074C1E}" type="pres">
      <dgm:prSet presAssocID="{8F55F65E-316D-4829-95BD-47192155A36F}" presName="hierRoot2" presStyleCnt="0">
        <dgm:presLayoutVars>
          <dgm:hierBranch val="init"/>
        </dgm:presLayoutVars>
      </dgm:prSet>
      <dgm:spPr/>
    </dgm:pt>
    <dgm:pt modelId="{76EB38D0-DCD4-4497-A2F8-B9135059FB48}" type="pres">
      <dgm:prSet presAssocID="{8F55F65E-316D-4829-95BD-47192155A36F}" presName="rootComposite" presStyleCnt="0"/>
      <dgm:spPr/>
    </dgm:pt>
    <dgm:pt modelId="{3DFD6D02-5BA5-446F-99E0-2832CE1698ED}" type="pres">
      <dgm:prSet presAssocID="{8F55F65E-316D-4829-95BD-47192155A36F}" presName="rootText" presStyleLbl="node4" presStyleIdx="2" presStyleCnt="11" custScaleX="59537" custScaleY="51138">
        <dgm:presLayoutVars>
          <dgm:chPref val="3"/>
        </dgm:presLayoutVars>
      </dgm:prSet>
      <dgm:spPr/>
    </dgm:pt>
    <dgm:pt modelId="{3AD0ECD0-B0B9-4AC0-9F4B-09550EED0414}" type="pres">
      <dgm:prSet presAssocID="{8F55F65E-316D-4829-95BD-47192155A36F}" presName="rootConnector" presStyleLbl="node4" presStyleIdx="2" presStyleCnt="11"/>
      <dgm:spPr/>
    </dgm:pt>
    <dgm:pt modelId="{C955A774-71DD-4AEB-859F-302CB3B60CAD}" type="pres">
      <dgm:prSet presAssocID="{8F55F65E-316D-4829-95BD-47192155A36F}" presName="hierChild4" presStyleCnt="0"/>
      <dgm:spPr/>
    </dgm:pt>
    <dgm:pt modelId="{1D953669-B999-43FF-B875-C316B2C29BC4}" type="pres">
      <dgm:prSet presAssocID="{8F55F65E-316D-4829-95BD-47192155A36F}" presName="hierChild5" presStyleCnt="0"/>
      <dgm:spPr/>
    </dgm:pt>
    <dgm:pt modelId="{26C9D443-E1C1-4E74-8B31-216831AD2244}" type="pres">
      <dgm:prSet presAssocID="{AE96039E-97C2-4293-B1DE-4D42C5774207}" presName="Name37" presStyleLbl="parChTrans1D4" presStyleIdx="3" presStyleCnt="11"/>
      <dgm:spPr/>
    </dgm:pt>
    <dgm:pt modelId="{614068C6-E188-4F91-A242-554758C0F06F}" type="pres">
      <dgm:prSet presAssocID="{1C0D415C-CD7B-40B3-9636-6874758896E5}" presName="hierRoot2" presStyleCnt="0">
        <dgm:presLayoutVars>
          <dgm:hierBranch val="init"/>
        </dgm:presLayoutVars>
      </dgm:prSet>
      <dgm:spPr/>
    </dgm:pt>
    <dgm:pt modelId="{82C662E1-A76F-4C46-8AB1-B4CC21823C25}" type="pres">
      <dgm:prSet presAssocID="{1C0D415C-CD7B-40B3-9636-6874758896E5}" presName="rootComposite" presStyleCnt="0"/>
      <dgm:spPr/>
    </dgm:pt>
    <dgm:pt modelId="{E583F75C-AF0D-4B08-9C01-27A2DC3EA7F7}" type="pres">
      <dgm:prSet presAssocID="{1C0D415C-CD7B-40B3-9636-6874758896E5}" presName="rootText" presStyleLbl="node4" presStyleIdx="3" presStyleCnt="11" custScaleX="53335" custScaleY="54954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83A93184-0215-4090-8E1B-8F8EFC70B177}" type="pres">
      <dgm:prSet presAssocID="{1C0D415C-CD7B-40B3-9636-6874758896E5}" presName="rootConnector" presStyleLbl="node4" presStyleIdx="3" presStyleCnt="11"/>
      <dgm:spPr/>
    </dgm:pt>
    <dgm:pt modelId="{77DE71B6-11BD-48AD-B4CB-C6D01E913135}" type="pres">
      <dgm:prSet presAssocID="{1C0D415C-CD7B-40B3-9636-6874758896E5}" presName="hierChild4" presStyleCnt="0"/>
      <dgm:spPr/>
    </dgm:pt>
    <dgm:pt modelId="{9E09B157-B3AF-4DDE-AE51-F02667EC5A1B}" type="pres">
      <dgm:prSet presAssocID="{1C0D415C-CD7B-40B3-9636-6874758896E5}" presName="hierChild5" presStyleCnt="0"/>
      <dgm:spPr/>
    </dgm:pt>
    <dgm:pt modelId="{E0154A8F-53BF-425E-ACCC-08E3A6854631}" type="pres">
      <dgm:prSet presAssocID="{8056F770-4A67-454D-BF76-73E40DFCE128}" presName="hierChild5" presStyleCnt="0"/>
      <dgm:spPr/>
    </dgm:pt>
    <dgm:pt modelId="{3E6BAC53-7758-497D-B651-1872358AE7D7}" type="pres">
      <dgm:prSet presAssocID="{C45008D0-0A6C-48EC-B603-AB706264D34B}" presName="Name37" presStyleLbl="parChTrans1D3" presStyleIdx="1" presStyleCnt="21"/>
      <dgm:spPr/>
    </dgm:pt>
    <dgm:pt modelId="{2ADC0997-8D6E-4C7F-A5B5-648AFBA75239}" type="pres">
      <dgm:prSet presAssocID="{FB4BE683-026D-432D-ACF5-364A6609F7E9}" presName="hierRoot2" presStyleCnt="0">
        <dgm:presLayoutVars>
          <dgm:hierBranch val="init"/>
        </dgm:presLayoutVars>
      </dgm:prSet>
      <dgm:spPr/>
    </dgm:pt>
    <dgm:pt modelId="{7CE9FBE4-4FFE-4631-96CF-A494ED1DDE02}" type="pres">
      <dgm:prSet presAssocID="{FB4BE683-026D-432D-ACF5-364A6609F7E9}" presName="rootComposite" presStyleCnt="0"/>
      <dgm:spPr/>
    </dgm:pt>
    <dgm:pt modelId="{59AF48C7-6EB4-4086-8E57-C80F5B5C9796}" type="pres">
      <dgm:prSet presAssocID="{FB4BE683-026D-432D-ACF5-364A6609F7E9}" presName="rootText" presStyleLbl="node3" presStyleIdx="1" presStyleCnt="21" custScaleX="28270" custScaleY="23995">
        <dgm:presLayoutVars>
          <dgm:chPref val="3"/>
        </dgm:presLayoutVars>
      </dgm:prSet>
      <dgm:spPr/>
    </dgm:pt>
    <dgm:pt modelId="{AE263544-2BE4-434D-AAF1-88AF82155328}" type="pres">
      <dgm:prSet presAssocID="{FB4BE683-026D-432D-ACF5-364A6609F7E9}" presName="rootConnector" presStyleLbl="node3" presStyleIdx="1" presStyleCnt="21"/>
      <dgm:spPr/>
    </dgm:pt>
    <dgm:pt modelId="{0E73C1A2-6B36-44E4-BABF-5BF784CE2226}" type="pres">
      <dgm:prSet presAssocID="{FB4BE683-026D-432D-ACF5-364A6609F7E9}" presName="hierChild4" presStyleCnt="0"/>
      <dgm:spPr/>
    </dgm:pt>
    <dgm:pt modelId="{8EBD8663-3E3F-4B46-980F-3C678C2C96A8}" type="pres">
      <dgm:prSet presAssocID="{0D6F9346-49C2-4548-BD1D-AA0E3D7CC957}" presName="Name37" presStyleLbl="parChTrans1D4" presStyleIdx="4" presStyleCnt="11"/>
      <dgm:spPr/>
    </dgm:pt>
    <dgm:pt modelId="{692CCE79-5FAC-461A-AD1D-CE8969AB938F}" type="pres">
      <dgm:prSet presAssocID="{10BEE427-256F-4B75-8901-09FD134FF92A}" presName="hierRoot2" presStyleCnt="0">
        <dgm:presLayoutVars>
          <dgm:hierBranch val="init"/>
        </dgm:presLayoutVars>
      </dgm:prSet>
      <dgm:spPr/>
    </dgm:pt>
    <dgm:pt modelId="{DC59743E-FECA-4AC6-893A-B243BDCECC29}" type="pres">
      <dgm:prSet presAssocID="{10BEE427-256F-4B75-8901-09FD134FF92A}" presName="rootComposite" presStyleCnt="0"/>
      <dgm:spPr/>
    </dgm:pt>
    <dgm:pt modelId="{C774AFB6-8627-41CD-A741-D4BAF9DA428C}" type="pres">
      <dgm:prSet presAssocID="{10BEE427-256F-4B75-8901-09FD134FF92A}" presName="rootText" presStyleLbl="node4" presStyleIdx="4" presStyleCnt="11" custScaleX="45242" custScaleY="34658">
        <dgm:presLayoutVars>
          <dgm:chPref val="3"/>
        </dgm:presLayoutVars>
      </dgm:prSet>
      <dgm:spPr/>
    </dgm:pt>
    <dgm:pt modelId="{82F078A0-25CF-47F0-8F66-7AC2F8F412BD}" type="pres">
      <dgm:prSet presAssocID="{10BEE427-256F-4B75-8901-09FD134FF92A}" presName="rootConnector" presStyleLbl="node4" presStyleIdx="4" presStyleCnt="11"/>
      <dgm:spPr/>
    </dgm:pt>
    <dgm:pt modelId="{DAE8AB84-F03B-417F-935E-D13C03AA84FF}" type="pres">
      <dgm:prSet presAssocID="{10BEE427-256F-4B75-8901-09FD134FF92A}" presName="hierChild4" presStyleCnt="0"/>
      <dgm:spPr/>
    </dgm:pt>
    <dgm:pt modelId="{31A13EFE-09CC-4096-9B78-29B0C5BC02F8}" type="pres">
      <dgm:prSet presAssocID="{10BEE427-256F-4B75-8901-09FD134FF92A}" presName="hierChild5" presStyleCnt="0"/>
      <dgm:spPr/>
    </dgm:pt>
    <dgm:pt modelId="{D874372C-CD9D-4A7A-87E4-2675646BFC9D}" type="pres">
      <dgm:prSet presAssocID="{461A21D0-6F02-4E89-A9A5-169B041D769D}" presName="Name37" presStyleLbl="parChTrans1D4" presStyleIdx="5" presStyleCnt="11"/>
      <dgm:spPr/>
    </dgm:pt>
    <dgm:pt modelId="{B415253D-AA44-4C39-8FA5-0C855F72DD0D}" type="pres">
      <dgm:prSet presAssocID="{F2D2C244-6F8A-43BF-A22C-343CD33E4787}" presName="hierRoot2" presStyleCnt="0">
        <dgm:presLayoutVars>
          <dgm:hierBranch val="init"/>
        </dgm:presLayoutVars>
      </dgm:prSet>
      <dgm:spPr/>
    </dgm:pt>
    <dgm:pt modelId="{3A2CA668-D3E1-4B65-8D83-3FF34D0A8CAE}" type="pres">
      <dgm:prSet presAssocID="{F2D2C244-6F8A-43BF-A22C-343CD33E4787}" presName="rootComposite" presStyleCnt="0"/>
      <dgm:spPr/>
    </dgm:pt>
    <dgm:pt modelId="{5CC87DF7-FC7F-45C4-838D-1FD8134AB396}" type="pres">
      <dgm:prSet presAssocID="{F2D2C244-6F8A-43BF-A22C-343CD33E4787}" presName="rootText" presStyleLbl="node4" presStyleIdx="5" presStyleCnt="11" custScaleX="47940" custScaleY="29784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C3588105-3E0F-456D-B237-5294A538853C}" type="pres">
      <dgm:prSet presAssocID="{F2D2C244-6F8A-43BF-A22C-343CD33E4787}" presName="rootConnector" presStyleLbl="node4" presStyleIdx="5" presStyleCnt="11"/>
      <dgm:spPr/>
    </dgm:pt>
    <dgm:pt modelId="{CDFDE46D-9B3C-4951-B848-1EBABD431442}" type="pres">
      <dgm:prSet presAssocID="{F2D2C244-6F8A-43BF-A22C-343CD33E4787}" presName="hierChild4" presStyleCnt="0"/>
      <dgm:spPr/>
    </dgm:pt>
    <dgm:pt modelId="{0C1DA1D4-8B5F-4C63-AA88-AB93BB18F7C5}" type="pres">
      <dgm:prSet presAssocID="{F2D2C244-6F8A-43BF-A22C-343CD33E4787}" presName="hierChild5" presStyleCnt="0"/>
      <dgm:spPr/>
    </dgm:pt>
    <dgm:pt modelId="{F559B497-3851-4E33-A903-83766CF897CC}" type="pres">
      <dgm:prSet presAssocID="{D3DB38CC-9CD4-4EB5-A5F9-7338167E67FA}" presName="Name37" presStyleLbl="parChTrans1D4" presStyleIdx="6" presStyleCnt="11"/>
      <dgm:spPr/>
    </dgm:pt>
    <dgm:pt modelId="{83C26561-1F7E-4C97-9530-B6AD7ABAC8F7}" type="pres">
      <dgm:prSet presAssocID="{CBC39DFB-A19E-448A-AC5C-C073A8273E77}" presName="hierRoot2" presStyleCnt="0">
        <dgm:presLayoutVars>
          <dgm:hierBranch val="init"/>
        </dgm:presLayoutVars>
      </dgm:prSet>
      <dgm:spPr/>
    </dgm:pt>
    <dgm:pt modelId="{7926C276-92D4-432D-894C-BE8875005F31}" type="pres">
      <dgm:prSet presAssocID="{CBC39DFB-A19E-448A-AC5C-C073A8273E77}" presName="rootComposite" presStyleCnt="0"/>
      <dgm:spPr/>
    </dgm:pt>
    <dgm:pt modelId="{49BBA82B-0BDE-43BA-9B99-CDEAA30C56BB}" type="pres">
      <dgm:prSet presAssocID="{CBC39DFB-A19E-448A-AC5C-C073A8273E77}" presName="rootText" presStyleLbl="node4" presStyleIdx="6" presStyleCnt="11" custScaleX="53336" custScaleY="36936">
        <dgm:presLayoutVars>
          <dgm:chPref val="3"/>
        </dgm:presLayoutVars>
      </dgm:prSet>
      <dgm:spPr/>
    </dgm:pt>
    <dgm:pt modelId="{E5B208EF-8A51-45DD-A71E-0FF7752B931C}" type="pres">
      <dgm:prSet presAssocID="{CBC39DFB-A19E-448A-AC5C-C073A8273E77}" presName="rootConnector" presStyleLbl="node4" presStyleIdx="6" presStyleCnt="11"/>
      <dgm:spPr/>
    </dgm:pt>
    <dgm:pt modelId="{FE1D7DA8-BBB5-47F1-9568-AE3517D8CFC0}" type="pres">
      <dgm:prSet presAssocID="{CBC39DFB-A19E-448A-AC5C-C073A8273E77}" presName="hierChild4" presStyleCnt="0"/>
      <dgm:spPr/>
    </dgm:pt>
    <dgm:pt modelId="{B6D84134-2391-4048-BDF7-30833CA5BD01}" type="pres">
      <dgm:prSet presAssocID="{CBC39DFB-A19E-448A-AC5C-C073A8273E77}" presName="hierChild5" presStyleCnt="0"/>
      <dgm:spPr/>
    </dgm:pt>
    <dgm:pt modelId="{0B59CCE7-8CE0-41F6-AB43-635184503577}" type="pres">
      <dgm:prSet presAssocID="{FB4BE683-026D-432D-ACF5-364A6609F7E9}" presName="hierChild5" presStyleCnt="0"/>
      <dgm:spPr/>
    </dgm:pt>
    <dgm:pt modelId="{13A612F2-F99D-4B58-8E33-2CB956D1D9D5}" type="pres">
      <dgm:prSet presAssocID="{1F973310-6A5B-4B0B-94B4-B2624993064B}" presName="Name37" presStyleLbl="parChTrans1D3" presStyleIdx="2" presStyleCnt="21"/>
      <dgm:spPr/>
    </dgm:pt>
    <dgm:pt modelId="{569596B3-4554-462D-97CB-ECAB74AE5788}" type="pres">
      <dgm:prSet presAssocID="{FB36EB94-895D-4652-BC5B-43DF2A2A0CD0}" presName="hierRoot2" presStyleCnt="0">
        <dgm:presLayoutVars>
          <dgm:hierBranch val="init"/>
        </dgm:presLayoutVars>
      </dgm:prSet>
      <dgm:spPr/>
    </dgm:pt>
    <dgm:pt modelId="{A579F28E-4ACA-4469-9E96-5F3A2718F861}" type="pres">
      <dgm:prSet presAssocID="{FB36EB94-895D-4652-BC5B-43DF2A2A0CD0}" presName="rootComposite" presStyleCnt="0"/>
      <dgm:spPr/>
    </dgm:pt>
    <dgm:pt modelId="{B1A4E97B-4270-4957-9E91-884E1A619F5C}" type="pres">
      <dgm:prSet presAssocID="{FB36EB94-895D-4652-BC5B-43DF2A2A0CD0}" presName="rootText" presStyleLbl="node3" presStyleIdx="2" presStyleCnt="21" custScaleX="36183" custScaleY="20468">
        <dgm:presLayoutVars>
          <dgm:chPref val="3"/>
        </dgm:presLayoutVars>
      </dgm:prSet>
      <dgm:spPr/>
    </dgm:pt>
    <dgm:pt modelId="{BF4E03BF-CC23-4E17-AE48-9337D22097F6}" type="pres">
      <dgm:prSet presAssocID="{FB36EB94-895D-4652-BC5B-43DF2A2A0CD0}" presName="rootConnector" presStyleLbl="node3" presStyleIdx="2" presStyleCnt="21"/>
      <dgm:spPr/>
    </dgm:pt>
    <dgm:pt modelId="{3145D0F1-CA4F-424D-BAF0-ACA011122888}" type="pres">
      <dgm:prSet presAssocID="{FB36EB94-895D-4652-BC5B-43DF2A2A0CD0}" presName="hierChild4" presStyleCnt="0"/>
      <dgm:spPr/>
    </dgm:pt>
    <dgm:pt modelId="{CED47C87-1AEC-402E-9B40-79C2861829D6}" type="pres">
      <dgm:prSet presAssocID="{38B43C35-41AC-4349-9BCF-5EE788E13925}" presName="Name37" presStyleLbl="parChTrans1D4" presStyleIdx="7" presStyleCnt="11"/>
      <dgm:spPr/>
    </dgm:pt>
    <dgm:pt modelId="{26E2B036-069F-49B1-9C02-4D031D16EE07}" type="pres">
      <dgm:prSet presAssocID="{B7D577E0-E92B-451E-87F4-7ED6C708CBFE}" presName="hierRoot2" presStyleCnt="0">
        <dgm:presLayoutVars>
          <dgm:hierBranch val="init"/>
        </dgm:presLayoutVars>
      </dgm:prSet>
      <dgm:spPr/>
    </dgm:pt>
    <dgm:pt modelId="{29417BF2-BFB8-49C9-8EA7-897D18AF96D6}" type="pres">
      <dgm:prSet presAssocID="{B7D577E0-E92B-451E-87F4-7ED6C708CBFE}" presName="rootComposite" presStyleCnt="0"/>
      <dgm:spPr/>
    </dgm:pt>
    <dgm:pt modelId="{671AD447-CA81-4AC3-9430-3F283EEB86BC}" type="pres">
      <dgm:prSet presAssocID="{B7D577E0-E92B-451E-87F4-7ED6C708CBFE}" presName="rootText" presStyleLbl="node4" presStyleIdx="7" presStyleCnt="11" custScaleX="59358" custScaleY="43317">
        <dgm:presLayoutVars>
          <dgm:chPref val="3"/>
        </dgm:presLayoutVars>
      </dgm:prSet>
      <dgm:spPr/>
    </dgm:pt>
    <dgm:pt modelId="{4012BADE-EBBE-4711-95C1-6BD9E116F42A}" type="pres">
      <dgm:prSet presAssocID="{B7D577E0-E92B-451E-87F4-7ED6C708CBFE}" presName="rootConnector" presStyleLbl="node4" presStyleIdx="7" presStyleCnt="11"/>
      <dgm:spPr/>
    </dgm:pt>
    <dgm:pt modelId="{914216E4-3FA6-473C-BFEC-1FFDFD356F3C}" type="pres">
      <dgm:prSet presAssocID="{B7D577E0-E92B-451E-87F4-7ED6C708CBFE}" presName="hierChild4" presStyleCnt="0"/>
      <dgm:spPr/>
    </dgm:pt>
    <dgm:pt modelId="{AC70CB90-4192-4956-96AF-4DCB2325D3CF}" type="pres">
      <dgm:prSet presAssocID="{B7D577E0-E92B-451E-87F4-7ED6C708CBFE}" presName="hierChild5" presStyleCnt="0"/>
      <dgm:spPr/>
    </dgm:pt>
    <dgm:pt modelId="{BED15016-F008-4D3D-9A85-D7F5AE9EB281}" type="pres">
      <dgm:prSet presAssocID="{4CC6D98F-D1AC-4CFE-BAC7-992DB83F9A6A}" presName="Name37" presStyleLbl="parChTrans1D4" presStyleIdx="8" presStyleCnt="11"/>
      <dgm:spPr/>
    </dgm:pt>
    <dgm:pt modelId="{C4FA09F5-59C1-4A58-B846-871F4A478AB6}" type="pres">
      <dgm:prSet presAssocID="{4E87205B-9ED6-4DC7-9FC0-B71E86F28430}" presName="hierRoot2" presStyleCnt="0">
        <dgm:presLayoutVars>
          <dgm:hierBranch val="init"/>
        </dgm:presLayoutVars>
      </dgm:prSet>
      <dgm:spPr/>
    </dgm:pt>
    <dgm:pt modelId="{15792F8D-8B63-4C88-9E0C-7F9D0AA337B8}" type="pres">
      <dgm:prSet presAssocID="{4E87205B-9ED6-4DC7-9FC0-B71E86F28430}" presName="rootComposite" presStyleCnt="0"/>
      <dgm:spPr/>
    </dgm:pt>
    <dgm:pt modelId="{716F9CF9-BD18-4434-8AB8-538D2FEAD6ED}" type="pres">
      <dgm:prSet presAssocID="{4E87205B-9ED6-4DC7-9FC0-B71E86F28430}" presName="rootText" presStyleLbl="node4" presStyleIdx="8" presStyleCnt="11" custScaleX="62182" custScaleY="40917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8B21C200-8054-4F1C-92C8-C24B1A55DB5A}" type="pres">
      <dgm:prSet presAssocID="{4E87205B-9ED6-4DC7-9FC0-B71E86F28430}" presName="rootConnector" presStyleLbl="node4" presStyleIdx="8" presStyleCnt="11"/>
      <dgm:spPr/>
    </dgm:pt>
    <dgm:pt modelId="{6A23BFF1-F6E7-485D-AD80-EEC882C42211}" type="pres">
      <dgm:prSet presAssocID="{4E87205B-9ED6-4DC7-9FC0-B71E86F28430}" presName="hierChild4" presStyleCnt="0"/>
      <dgm:spPr/>
    </dgm:pt>
    <dgm:pt modelId="{E90141D1-9794-4852-AE97-827D7EF44EAF}" type="pres">
      <dgm:prSet presAssocID="{4E87205B-9ED6-4DC7-9FC0-B71E86F28430}" presName="hierChild5" presStyleCnt="0"/>
      <dgm:spPr/>
    </dgm:pt>
    <dgm:pt modelId="{CBA13A39-B776-4F93-B07C-3F315884CCC7}" type="pres">
      <dgm:prSet presAssocID="{DE9DB976-6713-4049-B253-792C1713D897}" presName="Name37" presStyleLbl="parChTrans1D4" presStyleIdx="9" presStyleCnt="11"/>
      <dgm:spPr/>
    </dgm:pt>
    <dgm:pt modelId="{E35198FD-F4E0-43A5-A88A-B2F1497D750F}" type="pres">
      <dgm:prSet presAssocID="{C7B8A46E-CD7A-4B2F-867B-08332A746E9E}" presName="hierRoot2" presStyleCnt="0">
        <dgm:presLayoutVars>
          <dgm:hierBranch val="init"/>
        </dgm:presLayoutVars>
      </dgm:prSet>
      <dgm:spPr/>
    </dgm:pt>
    <dgm:pt modelId="{210A7654-A4AE-4430-B8D9-5CC48C68B794}" type="pres">
      <dgm:prSet presAssocID="{C7B8A46E-CD7A-4B2F-867B-08332A746E9E}" presName="rootComposite" presStyleCnt="0"/>
      <dgm:spPr/>
    </dgm:pt>
    <dgm:pt modelId="{69DAF7B5-EAF9-4732-B650-9196EE742FC5}" type="pres">
      <dgm:prSet presAssocID="{C7B8A46E-CD7A-4B2F-867B-08332A746E9E}" presName="rootText" presStyleLbl="node4" presStyleIdx="9" presStyleCnt="11" custScaleX="56957" custScaleY="42216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D909EE78-0C5B-4679-9961-25C2F937F882}" type="pres">
      <dgm:prSet presAssocID="{C7B8A46E-CD7A-4B2F-867B-08332A746E9E}" presName="rootConnector" presStyleLbl="node4" presStyleIdx="9" presStyleCnt="11"/>
      <dgm:spPr/>
    </dgm:pt>
    <dgm:pt modelId="{B2E1D46C-6EB4-416D-B81E-2BAA504064BA}" type="pres">
      <dgm:prSet presAssocID="{C7B8A46E-CD7A-4B2F-867B-08332A746E9E}" presName="hierChild4" presStyleCnt="0"/>
      <dgm:spPr/>
    </dgm:pt>
    <dgm:pt modelId="{85C9354A-CD27-49FC-93AF-723E25FBAB97}" type="pres">
      <dgm:prSet presAssocID="{C7B8A46E-CD7A-4B2F-867B-08332A746E9E}" presName="hierChild5" presStyleCnt="0"/>
      <dgm:spPr/>
    </dgm:pt>
    <dgm:pt modelId="{E4C09F66-B7FE-40D4-A2EF-02190FC54B18}" type="pres">
      <dgm:prSet presAssocID="{3FBCDD9B-0233-457B-A120-2CB643487992}" presName="Name37" presStyleLbl="parChTrans1D4" presStyleIdx="10" presStyleCnt="11"/>
      <dgm:spPr/>
    </dgm:pt>
    <dgm:pt modelId="{1C72B324-E24F-46C8-9E10-F72A2B4C9769}" type="pres">
      <dgm:prSet presAssocID="{4A6FB8E7-F307-48EA-BE26-47FC78AA6AB3}" presName="hierRoot2" presStyleCnt="0">
        <dgm:presLayoutVars>
          <dgm:hierBranch val="init"/>
        </dgm:presLayoutVars>
      </dgm:prSet>
      <dgm:spPr/>
    </dgm:pt>
    <dgm:pt modelId="{8289E4B0-8852-4E46-807F-CBC4AF36B2B3}" type="pres">
      <dgm:prSet presAssocID="{4A6FB8E7-F307-48EA-BE26-47FC78AA6AB3}" presName="rootComposite" presStyleCnt="0"/>
      <dgm:spPr/>
    </dgm:pt>
    <dgm:pt modelId="{B8AB63D9-3FF1-4289-8F65-7F42BB2B67CD}" type="pres">
      <dgm:prSet presAssocID="{4A6FB8E7-F307-48EA-BE26-47FC78AA6AB3}" presName="rootText" presStyleLbl="node4" presStyleIdx="10" presStyleCnt="11" custScaleX="56957" custScaleY="38400">
        <dgm:presLayoutVars>
          <dgm:chPref val="3"/>
        </dgm:presLayoutVars>
      </dgm:prSet>
      <dgm:spPr/>
    </dgm:pt>
    <dgm:pt modelId="{DAF3A685-A1C5-4BC3-88BA-8D409C693BC2}" type="pres">
      <dgm:prSet presAssocID="{4A6FB8E7-F307-48EA-BE26-47FC78AA6AB3}" presName="rootConnector" presStyleLbl="node4" presStyleIdx="10" presStyleCnt="11"/>
      <dgm:spPr/>
    </dgm:pt>
    <dgm:pt modelId="{15E8732A-FC91-422A-82F9-2EC57CD87FA0}" type="pres">
      <dgm:prSet presAssocID="{4A6FB8E7-F307-48EA-BE26-47FC78AA6AB3}" presName="hierChild4" presStyleCnt="0"/>
      <dgm:spPr/>
    </dgm:pt>
    <dgm:pt modelId="{1419DF45-2CC8-4951-B564-318F668A2575}" type="pres">
      <dgm:prSet presAssocID="{4A6FB8E7-F307-48EA-BE26-47FC78AA6AB3}" presName="hierChild5" presStyleCnt="0"/>
      <dgm:spPr/>
    </dgm:pt>
    <dgm:pt modelId="{26E6AF0B-27EE-4330-AD4B-2F657BBC4B5E}" type="pres">
      <dgm:prSet presAssocID="{FB36EB94-895D-4652-BC5B-43DF2A2A0CD0}" presName="hierChild5" presStyleCnt="0"/>
      <dgm:spPr/>
    </dgm:pt>
    <dgm:pt modelId="{ED7753FB-AB42-4652-86F0-E2B4692C1B3D}" type="pres">
      <dgm:prSet presAssocID="{C75F07C6-C0B7-47FB-BA4C-7B5D81E33714}" presName="hierChild5" presStyleCnt="0"/>
      <dgm:spPr/>
    </dgm:pt>
    <dgm:pt modelId="{37E63FF2-F322-4BB0-AA19-8090466A5B25}" type="pres">
      <dgm:prSet presAssocID="{363EB5F5-BC86-44FC-9CDA-CFC3A149051B}" presName="Name37" presStyleLbl="parChTrans1D2" presStyleIdx="1" presStyleCnt="4"/>
      <dgm:spPr/>
    </dgm:pt>
    <dgm:pt modelId="{8E02C8F7-F045-4D93-BFA9-072B191179DA}" type="pres">
      <dgm:prSet presAssocID="{6EFB67D2-5AE6-47E7-9C65-2A28432938B6}" presName="hierRoot2" presStyleCnt="0">
        <dgm:presLayoutVars>
          <dgm:hierBranch val="init"/>
        </dgm:presLayoutVars>
      </dgm:prSet>
      <dgm:spPr/>
    </dgm:pt>
    <dgm:pt modelId="{9CE582D4-77B2-49ED-B762-B81D2CC95FA8}" type="pres">
      <dgm:prSet presAssocID="{6EFB67D2-5AE6-47E7-9C65-2A28432938B6}" presName="rootComposite" presStyleCnt="0"/>
      <dgm:spPr/>
    </dgm:pt>
    <dgm:pt modelId="{54A325B1-E3C1-41FB-9F8B-858E27F2F0D2}" type="pres">
      <dgm:prSet presAssocID="{6EFB67D2-5AE6-47E7-9C65-2A28432938B6}" presName="rootText" presStyleLbl="node2" presStyleIdx="1" presStyleCnt="4" custScaleX="32613" custScaleY="26052">
        <dgm:presLayoutVars>
          <dgm:chPref val="3"/>
        </dgm:presLayoutVars>
      </dgm:prSet>
      <dgm:spPr/>
    </dgm:pt>
    <dgm:pt modelId="{5642F545-BF28-460D-99CF-0B17844B0CC7}" type="pres">
      <dgm:prSet presAssocID="{6EFB67D2-5AE6-47E7-9C65-2A28432938B6}" presName="rootConnector" presStyleLbl="node2" presStyleIdx="1" presStyleCnt="4"/>
      <dgm:spPr/>
    </dgm:pt>
    <dgm:pt modelId="{98D0A9E8-F11F-44AC-8A0A-27F426DC472A}" type="pres">
      <dgm:prSet presAssocID="{6EFB67D2-5AE6-47E7-9C65-2A28432938B6}" presName="hierChild4" presStyleCnt="0"/>
      <dgm:spPr/>
    </dgm:pt>
    <dgm:pt modelId="{A89F8E35-2D83-4122-9238-F0AF5A540D74}" type="pres">
      <dgm:prSet presAssocID="{860D304F-8DFA-4059-B322-B853AB9E379A}" presName="Name37" presStyleLbl="parChTrans1D3" presStyleIdx="3" presStyleCnt="21"/>
      <dgm:spPr/>
    </dgm:pt>
    <dgm:pt modelId="{A845BC15-EB5D-4701-AA57-A34790F3FD83}" type="pres">
      <dgm:prSet presAssocID="{38951A8F-EFB0-41C3-AE21-D882A5DBCB16}" presName="hierRoot2" presStyleCnt="0">
        <dgm:presLayoutVars>
          <dgm:hierBranch val="init"/>
        </dgm:presLayoutVars>
      </dgm:prSet>
      <dgm:spPr/>
    </dgm:pt>
    <dgm:pt modelId="{E3B45E34-0963-4835-B89E-D88941314A1E}" type="pres">
      <dgm:prSet presAssocID="{38951A8F-EFB0-41C3-AE21-D882A5DBCB16}" presName="rootComposite" presStyleCnt="0"/>
      <dgm:spPr/>
    </dgm:pt>
    <dgm:pt modelId="{3EE02CB0-025C-4815-A66A-220A16DF0B49}" type="pres">
      <dgm:prSet presAssocID="{38951A8F-EFB0-41C3-AE21-D882A5DBCB16}" presName="rootText" presStyleLbl="node3" presStyleIdx="3" presStyleCnt="21" custScaleX="71357" custScaleY="40348">
        <dgm:presLayoutVars>
          <dgm:chPref val="3"/>
        </dgm:presLayoutVars>
      </dgm:prSet>
      <dgm:spPr/>
    </dgm:pt>
    <dgm:pt modelId="{A9C8AC48-64A2-4B14-B20C-0B81EDC2AC1F}" type="pres">
      <dgm:prSet presAssocID="{38951A8F-EFB0-41C3-AE21-D882A5DBCB16}" presName="rootConnector" presStyleLbl="node3" presStyleIdx="3" presStyleCnt="21"/>
      <dgm:spPr/>
    </dgm:pt>
    <dgm:pt modelId="{FF6E8680-A635-4E69-85E8-BCD9C004A549}" type="pres">
      <dgm:prSet presAssocID="{38951A8F-EFB0-41C3-AE21-D882A5DBCB16}" presName="hierChild4" presStyleCnt="0"/>
      <dgm:spPr/>
    </dgm:pt>
    <dgm:pt modelId="{B42E8F83-4CC4-45A5-9299-9C371C7AC4E4}" type="pres">
      <dgm:prSet presAssocID="{38951A8F-EFB0-41C3-AE21-D882A5DBCB16}" presName="hierChild5" presStyleCnt="0"/>
      <dgm:spPr/>
    </dgm:pt>
    <dgm:pt modelId="{95434DC2-1D8D-4F48-B81C-09DE07AF4086}" type="pres">
      <dgm:prSet presAssocID="{800B4630-97E7-4BA2-9CDC-0B2A42753A8B}" presName="Name37" presStyleLbl="parChTrans1D3" presStyleIdx="4" presStyleCnt="21"/>
      <dgm:spPr/>
    </dgm:pt>
    <dgm:pt modelId="{B99BC0C8-B69F-462C-B5C3-2FF9F8006D0D}" type="pres">
      <dgm:prSet presAssocID="{4F1ED86F-8FBC-448B-8AD7-847EC29D23F8}" presName="hierRoot2" presStyleCnt="0">
        <dgm:presLayoutVars>
          <dgm:hierBranch val="init"/>
        </dgm:presLayoutVars>
      </dgm:prSet>
      <dgm:spPr/>
    </dgm:pt>
    <dgm:pt modelId="{DF203653-F8EB-4D72-9843-2121595D8478}" type="pres">
      <dgm:prSet presAssocID="{4F1ED86F-8FBC-448B-8AD7-847EC29D23F8}" presName="rootComposite" presStyleCnt="0"/>
      <dgm:spPr/>
    </dgm:pt>
    <dgm:pt modelId="{B3EBCDDD-7BB7-4EF6-9FD2-A4684BE56C03}" type="pres">
      <dgm:prSet presAssocID="{4F1ED86F-8FBC-448B-8AD7-847EC29D23F8}" presName="rootText" presStyleLbl="node3" presStyleIdx="4" presStyleCnt="21" custScaleX="57997" custScaleY="32786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6FAEB732-2F17-4829-87A3-BAB6EF1262BC}" type="pres">
      <dgm:prSet presAssocID="{4F1ED86F-8FBC-448B-8AD7-847EC29D23F8}" presName="rootConnector" presStyleLbl="node3" presStyleIdx="4" presStyleCnt="21"/>
      <dgm:spPr/>
    </dgm:pt>
    <dgm:pt modelId="{9047D0BA-2AE9-4FAB-A4DE-9B96198EB77F}" type="pres">
      <dgm:prSet presAssocID="{4F1ED86F-8FBC-448B-8AD7-847EC29D23F8}" presName="hierChild4" presStyleCnt="0"/>
      <dgm:spPr/>
    </dgm:pt>
    <dgm:pt modelId="{3C88152B-DB2F-44B7-A903-E035868F8E85}" type="pres">
      <dgm:prSet presAssocID="{4F1ED86F-8FBC-448B-8AD7-847EC29D23F8}" presName="hierChild5" presStyleCnt="0"/>
      <dgm:spPr/>
    </dgm:pt>
    <dgm:pt modelId="{7A021446-5F58-4628-BFF1-D499C1327F0A}" type="pres">
      <dgm:prSet presAssocID="{D8AE0191-FD7B-45EF-8C8F-7BE579ED0FA1}" presName="Name37" presStyleLbl="parChTrans1D3" presStyleIdx="5" presStyleCnt="21"/>
      <dgm:spPr/>
    </dgm:pt>
    <dgm:pt modelId="{3FBEF1B6-97F1-402D-A5DE-5ED26C6BE478}" type="pres">
      <dgm:prSet presAssocID="{B7AA8F5E-96AD-4C06-9658-B415B6AB39EB}" presName="hierRoot2" presStyleCnt="0">
        <dgm:presLayoutVars>
          <dgm:hierBranch val="init"/>
        </dgm:presLayoutVars>
      </dgm:prSet>
      <dgm:spPr/>
    </dgm:pt>
    <dgm:pt modelId="{D349E215-E75D-4071-9AB6-3C0D80F5D63D}" type="pres">
      <dgm:prSet presAssocID="{B7AA8F5E-96AD-4C06-9658-B415B6AB39EB}" presName="rootComposite" presStyleCnt="0"/>
      <dgm:spPr/>
    </dgm:pt>
    <dgm:pt modelId="{6033EA52-8B1C-470C-A773-2DAF74922CAE}" type="pres">
      <dgm:prSet presAssocID="{B7AA8F5E-96AD-4C06-9658-B415B6AB39EB}" presName="rootText" presStyleLbl="node3" presStyleIdx="5" presStyleCnt="21" custScaleX="57997" custScaleY="32786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2477CAC0-89FE-4F88-B838-CCBCB1FD029C}" type="pres">
      <dgm:prSet presAssocID="{B7AA8F5E-96AD-4C06-9658-B415B6AB39EB}" presName="rootConnector" presStyleLbl="node3" presStyleIdx="5" presStyleCnt="21"/>
      <dgm:spPr/>
    </dgm:pt>
    <dgm:pt modelId="{3F341158-2003-4F0A-851A-12EB9AD254A1}" type="pres">
      <dgm:prSet presAssocID="{B7AA8F5E-96AD-4C06-9658-B415B6AB39EB}" presName="hierChild4" presStyleCnt="0"/>
      <dgm:spPr/>
    </dgm:pt>
    <dgm:pt modelId="{DAF9E106-78B0-46D3-B706-945855DB5695}" type="pres">
      <dgm:prSet presAssocID="{B7AA8F5E-96AD-4C06-9658-B415B6AB39EB}" presName="hierChild5" presStyleCnt="0"/>
      <dgm:spPr/>
    </dgm:pt>
    <dgm:pt modelId="{0FB771B4-F670-4C21-A72E-D93BE20244E5}" type="pres">
      <dgm:prSet presAssocID="{74F8D405-9540-4421-A94F-9D711483BCEE}" presName="Name37" presStyleLbl="parChTrans1D3" presStyleIdx="6" presStyleCnt="21"/>
      <dgm:spPr/>
    </dgm:pt>
    <dgm:pt modelId="{D4323AFC-A972-4930-89B3-05BD884BAFED}" type="pres">
      <dgm:prSet presAssocID="{FCA61909-5DB2-4C72-A08D-32287F1D47BD}" presName="hierRoot2" presStyleCnt="0">
        <dgm:presLayoutVars>
          <dgm:hierBranch val="init"/>
        </dgm:presLayoutVars>
      </dgm:prSet>
      <dgm:spPr/>
    </dgm:pt>
    <dgm:pt modelId="{E9322BB2-AA66-40F2-9B21-2947CEAAC229}" type="pres">
      <dgm:prSet presAssocID="{FCA61909-5DB2-4C72-A08D-32287F1D47BD}" presName="rootComposite" presStyleCnt="0"/>
      <dgm:spPr/>
    </dgm:pt>
    <dgm:pt modelId="{A36CE3BE-54BD-4A11-8AEA-F6067FDF85DF}" type="pres">
      <dgm:prSet presAssocID="{FCA61909-5DB2-4C72-A08D-32287F1D47BD}" presName="rootText" presStyleLbl="node3" presStyleIdx="6" presStyleCnt="21" custScaleX="57997" custScaleY="32786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EE4F7F03-3826-4613-A170-4CBA860EFAF9}" type="pres">
      <dgm:prSet presAssocID="{FCA61909-5DB2-4C72-A08D-32287F1D47BD}" presName="rootConnector" presStyleLbl="node3" presStyleIdx="6" presStyleCnt="21"/>
      <dgm:spPr/>
    </dgm:pt>
    <dgm:pt modelId="{F8ECCFA1-E909-4299-B601-17C074B534F3}" type="pres">
      <dgm:prSet presAssocID="{FCA61909-5DB2-4C72-A08D-32287F1D47BD}" presName="hierChild4" presStyleCnt="0"/>
      <dgm:spPr/>
    </dgm:pt>
    <dgm:pt modelId="{69C803A2-A302-4ADC-A074-35E0AE2B213B}" type="pres">
      <dgm:prSet presAssocID="{FCA61909-5DB2-4C72-A08D-32287F1D47BD}" presName="hierChild5" presStyleCnt="0"/>
      <dgm:spPr/>
    </dgm:pt>
    <dgm:pt modelId="{32DE39C2-8104-4352-9E89-C1B9E0229FDF}" type="pres">
      <dgm:prSet presAssocID="{A37721A6-94E0-4613-ADFA-5744F9236DE3}" presName="Name37" presStyleLbl="parChTrans1D3" presStyleIdx="7" presStyleCnt="21"/>
      <dgm:spPr/>
    </dgm:pt>
    <dgm:pt modelId="{1C4DA241-C6A9-4F0A-B5FE-B36AB882EA80}" type="pres">
      <dgm:prSet presAssocID="{7B8EB134-9C37-4E1A-9D31-A95B0052A18E}" presName="hierRoot2" presStyleCnt="0">
        <dgm:presLayoutVars>
          <dgm:hierBranch val="init"/>
        </dgm:presLayoutVars>
      </dgm:prSet>
      <dgm:spPr/>
    </dgm:pt>
    <dgm:pt modelId="{B33F073A-6173-4628-AED0-721021154242}" type="pres">
      <dgm:prSet presAssocID="{7B8EB134-9C37-4E1A-9D31-A95B0052A18E}" presName="rootComposite" presStyleCnt="0"/>
      <dgm:spPr/>
    </dgm:pt>
    <dgm:pt modelId="{47771AE4-7DE1-4508-B8CB-917C184408DE}" type="pres">
      <dgm:prSet presAssocID="{7B8EB134-9C37-4E1A-9D31-A95B0052A18E}" presName="rootText" presStyleLbl="node3" presStyleIdx="7" presStyleCnt="21" custScaleX="57049" custScaleY="40167">
        <dgm:presLayoutVars>
          <dgm:chPref val="3"/>
        </dgm:presLayoutVars>
      </dgm:prSet>
      <dgm:spPr/>
    </dgm:pt>
    <dgm:pt modelId="{5681D7EC-9A60-4C3F-A4CF-648171342B06}" type="pres">
      <dgm:prSet presAssocID="{7B8EB134-9C37-4E1A-9D31-A95B0052A18E}" presName="rootConnector" presStyleLbl="node3" presStyleIdx="7" presStyleCnt="21"/>
      <dgm:spPr/>
    </dgm:pt>
    <dgm:pt modelId="{2AC47940-04BD-4B3C-A3D3-62B4703BB925}" type="pres">
      <dgm:prSet presAssocID="{7B8EB134-9C37-4E1A-9D31-A95B0052A18E}" presName="hierChild4" presStyleCnt="0"/>
      <dgm:spPr/>
    </dgm:pt>
    <dgm:pt modelId="{C4DC0A5C-5580-4CD6-A354-92AA4F88E6C3}" type="pres">
      <dgm:prSet presAssocID="{7B8EB134-9C37-4E1A-9D31-A95B0052A18E}" presName="hierChild5" presStyleCnt="0"/>
      <dgm:spPr/>
    </dgm:pt>
    <dgm:pt modelId="{4B07B81E-9B44-4AC1-B035-3815B7BA4423}" type="pres">
      <dgm:prSet presAssocID="{17675088-F0E6-4819-99D2-E471B167CAC3}" presName="Name37" presStyleLbl="parChTrans1D3" presStyleIdx="8" presStyleCnt="21"/>
      <dgm:spPr/>
    </dgm:pt>
    <dgm:pt modelId="{8533D38A-7B9C-42D2-9BDE-B698C49A84F5}" type="pres">
      <dgm:prSet presAssocID="{3BAD1D01-A904-47DA-BD3C-B82A10046884}" presName="hierRoot2" presStyleCnt="0">
        <dgm:presLayoutVars>
          <dgm:hierBranch val="init"/>
        </dgm:presLayoutVars>
      </dgm:prSet>
      <dgm:spPr/>
    </dgm:pt>
    <dgm:pt modelId="{906660ED-3549-4A66-B981-3F7ACDF6BA0D}" type="pres">
      <dgm:prSet presAssocID="{3BAD1D01-A904-47DA-BD3C-B82A10046884}" presName="rootComposite" presStyleCnt="0"/>
      <dgm:spPr/>
    </dgm:pt>
    <dgm:pt modelId="{C85BB58E-19B0-4ADD-BE86-5D870DA2167D}" type="pres">
      <dgm:prSet presAssocID="{3BAD1D01-A904-47DA-BD3C-B82A10046884}" presName="rootText" presStyleLbl="node3" presStyleIdx="8" presStyleCnt="21" custScaleX="39700" custScaleY="28153">
        <dgm:presLayoutVars>
          <dgm:chPref val="3"/>
        </dgm:presLayoutVars>
      </dgm:prSet>
      <dgm:spPr/>
    </dgm:pt>
    <dgm:pt modelId="{4B3CA3EA-F2A1-4579-8E19-D6F4413C1694}" type="pres">
      <dgm:prSet presAssocID="{3BAD1D01-A904-47DA-BD3C-B82A10046884}" presName="rootConnector" presStyleLbl="node3" presStyleIdx="8" presStyleCnt="21"/>
      <dgm:spPr/>
    </dgm:pt>
    <dgm:pt modelId="{88DD776F-2707-4A43-B01C-52F6106A1597}" type="pres">
      <dgm:prSet presAssocID="{3BAD1D01-A904-47DA-BD3C-B82A10046884}" presName="hierChild4" presStyleCnt="0"/>
      <dgm:spPr/>
    </dgm:pt>
    <dgm:pt modelId="{46F918C0-2F12-4C44-A62E-A5751BEE0156}" type="pres">
      <dgm:prSet presAssocID="{3BAD1D01-A904-47DA-BD3C-B82A10046884}" presName="hierChild5" presStyleCnt="0"/>
      <dgm:spPr/>
    </dgm:pt>
    <dgm:pt modelId="{D7188328-9253-48D6-BB18-82AF841795F4}" type="pres">
      <dgm:prSet presAssocID="{A623BEA8-166D-46A5-B560-EB8BDD3D5F87}" presName="Name37" presStyleLbl="parChTrans1D3" presStyleIdx="9" presStyleCnt="21"/>
      <dgm:spPr/>
    </dgm:pt>
    <dgm:pt modelId="{14E3ADE1-6FB0-4F3A-9CE9-6BD9B4B7EEB0}" type="pres">
      <dgm:prSet presAssocID="{E583203F-9423-432F-9536-58B690275E5D}" presName="hierRoot2" presStyleCnt="0">
        <dgm:presLayoutVars>
          <dgm:hierBranch val="init"/>
        </dgm:presLayoutVars>
      </dgm:prSet>
      <dgm:spPr/>
    </dgm:pt>
    <dgm:pt modelId="{382D2320-84F1-4642-B194-880BF1040E76}" type="pres">
      <dgm:prSet presAssocID="{E583203F-9423-432F-9536-58B690275E5D}" presName="rootComposite" presStyleCnt="0"/>
      <dgm:spPr/>
    </dgm:pt>
    <dgm:pt modelId="{1527B607-7F39-4576-A609-A655FC6A5E71}" type="pres">
      <dgm:prSet presAssocID="{E583203F-9423-432F-9536-58B690275E5D}" presName="rootText" presStyleLbl="node3" presStyleIdx="9" presStyleCnt="21" custScaleX="43721" custScaleY="26349">
        <dgm:presLayoutVars>
          <dgm:chPref val="3"/>
        </dgm:presLayoutVars>
      </dgm:prSet>
      <dgm:spPr/>
    </dgm:pt>
    <dgm:pt modelId="{F0F31C35-4328-4038-8063-27E6FEBB89BF}" type="pres">
      <dgm:prSet presAssocID="{E583203F-9423-432F-9536-58B690275E5D}" presName="rootConnector" presStyleLbl="node3" presStyleIdx="9" presStyleCnt="21"/>
      <dgm:spPr/>
    </dgm:pt>
    <dgm:pt modelId="{CE4F8970-C522-4EE0-9935-1CBB397DD7C2}" type="pres">
      <dgm:prSet presAssocID="{E583203F-9423-432F-9536-58B690275E5D}" presName="hierChild4" presStyleCnt="0"/>
      <dgm:spPr/>
    </dgm:pt>
    <dgm:pt modelId="{13F9D84E-7A96-43F4-9568-D461DEB32CF5}" type="pres">
      <dgm:prSet presAssocID="{E583203F-9423-432F-9536-58B690275E5D}" presName="hierChild5" presStyleCnt="0"/>
      <dgm:spPr/>
    </dgm:pt>
    <dgm:pt modelId="{1B8E5BFD-A989-408D-9513-651134559905}" type="pres">
      <dgm:prSet presAssocID="{2F47E75A-7147-4326-8BD0-5BE48DD787B5}" presName="Name37" presStyleLbl="parChTrans1D3" presStyleIdx="10" presStyleCnt="21"/>
      <dgm:spPr/>
    </dgm:pt>
    <dgm:pt modelId="{5537FDEC-8C7B-4D03-B796-860AEBD0BB40}" type="pres">
      <dgm:prSet presAssocID="{798DA3EC-2A58-408C-924F-5A9B14C568C0}" presName="hierRoot2" presStyleCnt="0">
        <dgm:presLayoutVars>
          <dgm:hierBranch val="init"/>
        </dgm:presLayoutVars>
      </dgm:prSet>
      <dgm:spPr/>
    </dgm:pt>
    <dgm:pt modelId="{1800E3A8-FAFF-4464-814F-71111A9B6215}" type="pres">
      <dgm:prSet presAssocID="{798DA3EC-2A58-408C-924F-5A9B14C568C0}" presName="rootComposite" presStyleCnt="0"/>
      <dgm:spPr/>
    </dgm:pt>
    <dgm:pt modelId="{6BCF99E6-0B71-4CDF-900D-1F69183EBDFE}" type="pres">
      <dgm:prSet presAssocID="{798DA3EC-2A58-408C-924F-5A9B14C568C0}" presName="rootText" presStyleLbl="node3" presStyleIdx="10" presStyleCnt="21" custScaleX="49161" custScaleY="28802">
        <dgm:presLayoutVars>
          <dgm:chPref val="3"/>
        </dgm:presLayoutVars>
      </dgm:prSet>
      <dgm:spPr/>
    </dgm:pt>
    <dgm:pt modelId="{B5300D49-EE1C-4B75-9038-FE1ABA4A4B4C}" type="pres">
      <dgm:prSet presAssocID="{798DA3EC-2A58-408C-924F-5A9B14C568C0}" presName="rootConnector" presStyleLbl="node3" presStyleIdx="10" presStyleCnt="21"/>
      <dgm:spPr/>
    </dgm:pt>
    <dgm:pt modelId="{4AA66C7D-7F34-4BC0-8548-CAAD696F3D4A}" type="pres">
      <dgm:prSet presAssocID="{798DA3EC-2A58-408C-924F-5A9B14C568C0}" presName="hierChild4" presStyleCnt="0"/>
      <dgm:spPr/>
    </dgm:pt>
    <dgm:pt modelId="{F75382BB-5B27-4543-92E2-88F84CCCDDC9}" type="pres">
      <dgm:prSet presAssocID="{798DA3EC-2A58-408C-924F-5A9B14C568C0}" presName="hierChild5" presStyleCnt="0"/>
      <dgm:spPr/>
    </dgm:pt>
    <dgm:pt modelId="{DB656DCD-4259-4A4B-AFEE-7A4A47B0D700}" type="pres">
      <dgm:prSet presAssocID="{C7E54CC8-30B2-4F2A-AEE5-D3139E87B0B1}" presName="Name37" presStyleLbl="parChTrans1D3" presStyleIdx="11" presStyleCnt="21"/>
      <dgm:spPr/>
    </dgm:pt>
    <dgm:pt modelId="{C3E48840-2FD2-4107-8008-D88E74E98359}" type="pres">
      <dgm:prSet presAssocID="{D1956D7A-9F39-471B-9394-5E08D6875D6E}" presName="hierRoot2" presStyleCnt="0">
        <dgm:presLayoutVars>
          <dgm:hierBranch val="init"/>
        </dgm:presLayoutVars>
      </dgm:prSet>
      <dgm:spPr/>
    </dgm:pt>
    <dgm:pt modelId="{B1204AA2-431A-4422-BD32-A77DDDBAE476}" type="pres">
      <dgm:prSet presAssocID="{D1956D7A-9F39-471B-9394-5E08D6875D6E}" presName="rootComposite" presStyleCnt="0"/>
      <dgm:spPr/>
    </dgm:pt>
    <dgm:pt modelId="{D945B60B-0A68-4865-BEC9-61CCB42509B4}" type="pres">
      <dgm:prSet presAssocID="{D1956D7A-9F39-471B-9394-5E08D6875D6E}" presName="rootText" presStyleLbl="node3" presStyleIdx="11" presStyleCnt="21" custScaleX="53859" custScaleY="43309">
        <dgm:presLayoutVars>
          <dgm:chPref val="3"/>
        </dgm:presLayoutVars>
      </dgm:prSet>
      <dgm:spPr/>
    </dgm:pt>
    <dgm:pt modelId="{424339BD-DEAC-4067-8439-BB271B2C4062}" type="pres">
      <dgm:prSet presAssocID="{D1956D7A-9F39-471B-9394-5E08D6875D6E}" presName="rootConnector" presStyleLbl="node3" presStyleIdx="11" presStyleCnt="21"/>
      <dgm:spPr/>
    </dgm:pt>
    <dgm:pt modelId="{2E7C6D07-2EFF-4E7A-8334-00F51792CA9D}" type="pres">
      <dgm:prSet presAssocID="{D1956D7A-9F39-471B-9394-5E08D6875D6E}" presName="hierChild4" presStyleCnt="0"/>
      <dgm:spPr/>
    </dgm:pt>
    <dgm:pt modelId="{008AD163-9050-4D87-A801-DC68C4F8E630}" type="pres">
      <dgm:prSet presAssocID="{D1956D7A-9F39-471B-9394-5E08D6875D6E}" presName="hierChild5" presStyleCnt="0"/>
      <dgm:spPr/>
    </dgm:pt>
    <dgm:pt modelId="{90A2D9FD-F2D9-4586-9FD6-F27C4A38E08A}" type="pres">
      <dgm:prSet presAssocID="{FC7B0735-609E-4D98-BF0C-216D61F7C3BE}" presName="Name37" presStyleLbl="parChTrans1D3" presStyleIdx="12" presStyleCnt="21"/>
      <dgm:spPr/>
    </dgm:pt>
    <dgm:pt modelId="{0E473BDB-697C-4E4B-B520-02D23BE8E832}" type="pres">
      <dgm:prSet presAssocID="{3E9F56EB-D08F-496B-9690-2CCBD84013F3}" presName="hierRoot2" presStyleCnt="0">
        <dgm:presLayoutVars>
          <dgm:hierBranch val="init"/>
        </dgm:presLayoutVars>
      </dgm:prSet>
      <dgm:spPr/>
    </dgm:pt>
    <dgm:pt modelId="{1215C3FC-2D24-4EF9-8241-22ACC550F73F}" type="pres">
      <dgm:prSet presAssocID="{3E9F56EB-D08F-496B-9690-2CCBD84013F3}" presName="rootComposite" presStyleCnt="0"/>
      <dgm:spPr/>
    </dgm:pt>
    <dgm:pt modelId="{2B72B8BA-CAE1-44F9-94E1-E73345D31BB9}" type="pres">
      <dgm:prSet presAssocID="{3E9F56EB-D08F-496B-9690-2CCBD84013F3}" presName="rootText" presStyleLbl="node3" presStyleIdx="12" presStyleCnt="21" custScaleX="81477" custScaleY="36475">
        <dgm:presLayoutVars>
          <dgm:chPref val="3"/>
        </dgm:presLayoutVars>
      </dgm:prSet>
      <dgm:spPr/>
    </dgm:pt>
    <dgm:pt modelId="{244A67FD-2B6B-409E-967A-56877451B5F5}" type="pres">
      <dgm:prSet presAssocID="{3E9F56EB-D08F-496B-9690-2CCBD84013F3}" presName="rootConnector" presStyleLbl="node3" presStyleIdx="12" presStyleCnt="21"/>
      <dgm:spPr/>
    </dgm:pt>
    <dgm:pt modelId="{DC830353-33FA-4C35-A4D6-FC1B61637653}" type="pres">
      <dgm:prSet presAssocID="{3E9F56EB-D08F-496B-9690-2CCBD84013F3}" presName="hierChild4" presStyleCnt="0"/>
      <dgm:spPr/>
    </dgm:pt>
    <dgm:pt modelId="{4D784B36-9FD7-4D2B-8BE9-825986A4DB04}" type="pres">
      <dgm:prSet presAssocID="{3E9F56EB-D08F-496B-9690-2CCBD84013F3}" presName="hierChild5" presStyleCnt="0"/>
      <dgm:spPr/>
    </dgm:pt>
    <dgm:pt modelId="{8321DCC4-9B5E-45EC-9044-E173898A4E87}" type="pres">
      <dgm:prSet presAssocID="{6EFB67D2-5AE6-47E7-9C65-2A28432938B6}" presName="hierChild5" presStyleCnt="0"/>
      <dgm:spPr/>
    </dgm:pt>
    <dgm:pt modelId="{8F750174-DF5A-4308-833D-464D772984B7}" type="pres">
      <dgm:prSet presAssocID="{7F362ED1-D95F-4CDC-92A5-EA6D961466F4}" presName="Name37" presStyleLbl="parChTrans1D2" presStyleIdx="2" presStyleCnt="4"/>
      <dgm:spPr/>
    </dgm:pt>
    <dgm:pt modelId="{EF445FB9-8A36-4488-BBB7-B184E78F50B7}" type="pres">
      <dgm:prSet presAssocID="{CFBF3467-64D7-48C9-BBB0-B3BB5B5F532E}" presName="hierRoot2" presStyleCnt="0">
        <dgm:presLayoutVars>
          <dgm:hierBranch val="init"/>
        </dgm:presLayoutVars>
      </dgm:prSet>
      <dgm:spPr/>
    </dgm:pt>
    <dgm:pt modelId="{FC99DB23-8E86-4A2D-8A66-560C90FD0047}" type="pres">
      <dgm:prSet presAssocID="{CFBF3467-64D7-48C9-BBB0-B3BB5B5F532E}" presName="rootComposite" presStyleCnt="0"/>
      <dgm:spPr/>
    </dgm:pt>
    <dgm:pt modelId="{2AD91C4A-68CB-4322-A6E5-B8DDACB75009}" type="pres">
      <dgm:prSet presAssocID="{CFBF3467-64D7-48C9-BBB0-B3BB5B5F532E}" presName="rootText" presStyleLbl="node2" presStyleIdx="2" presStyleCnt="4" custScaleX="41599" custScaleY="31811">
        <dgm:presLayoutVars>
          <dgm:chPref val="3"/>
        </dgm:presLayoutVars>
      </dgm:prSet>
      <dgm:spPr/>
    </dgm:pt>
    <dgm:pt modelId="{DE8545EB-F8DC-4643-9FDF-BFD704FFB9BA}" type="pres">
      <dgm:prSet presAssocID="{CFBF3467-64D7-48C9-BBB0-B3BB5B5F532E}" presName="rootConnector" presStyleLbl="node2" presStyleIdx="2" presStyleCnt="4"/>
      <dgm:spPr/>
    </dgm:pt>
    <dgm:pt modelId="{1B40FB5B-0A78-4C98-A36C-8EEB86E3E1DE}" type="pres">
      <dgm:prSet presAssocID="{CFBF3467-64D7-48C9-BBB0-B3BB5B5F532E}" presName="hierChild4" presStyleCnt="0"/>
      <dgm:spPr/>
    </dgm:pt>
    <dgm:pt modelId="{D290DBDC-2046-4C47-A4E7-D6C94722310E}" type="pres">
      <dgm:prSet presAssocID="{25E4219C-C500-4422-A303-A2DF54417B74}" presName="Name37" presStyleLbl="parChTrans1D3" presStyleIdx="13" presStyleCnt="21"/>
      <dgm:spPr/>
    </dgm:pt>
    <dgm:pt modelId="{85799A6B-6EA4-47DD-971E-1CFB3D1F52D7}" type="pres">
      <dgm:prSet presAssocID="{690925EC-D0A6-4E7A-AF20-51256AD6A8C5}" presName="hierRoot2" presStyleCnt="0">
        <dgm:presLayoutVars>
          <dgm:hierBranch val="init"/>
        </dgm:presLayoutVars>
      </dgm:prSet>
      <dgm:spPr/>
    </dgm:pt>
    <dgm:pt modelId="{2F48EC79-695E-4069-8637-4AC9B604BD48}" type="pres">
      <dgm:prSet presAssocID="{690925EC-D0A6-4E7A-AF20-51256AD6A8C5}" presName="rootComposite" presStyleCnt="0"/>
      <dgm:spPr/>
    </dgm:pt>
    <dgm:pt modelId="{2191D3A3-B215-4A36-976F-E300607BAC8C}" type="pres">
      <dgm:prSet presAssocID="{690925EC-D0A6-4E7A-AF20-51256AD6A8C5}" presName="rootText" presStyleLbl="node3" presStyleIdx="13" presStyleCnt="21" custScaleX="32115" custScaleY="31870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AD5866F4-58F0-43C6-9DE6-A43A73B6B72F}" type="pres">
      <dgm:prSet presAssocID="{690925EC-D0A6-4E7A-AF20-51256AD6A8C5}" presName="rootConnector" presStyleLbl="node3" presStyleIdx="13" presStyleCnt="21"/>
      <dgm:spPr/>
    </dgm:pt>
    <dgm:pt modelId="{B0F96CD9-3BC5-4602-A4B2-64E492F3CC9C}" type="pres">
      <dgm:prSet presAssocID="{690925EC-D0A6-4E7A-AF20-51256AD6A8C5}" presName="hierChild4" presStyleCnt="0"/>
      <dgm:spPr/>
    </dgm:pt>
    <dgm:pt modelId="{91F33949-3245-4A7B-8BFC-628AE19CF249}" type="pres">
      <dgm:prSet presAssocID="{690925EC-D0A6-4E7A-AF20-51256AD6A8C5}" presName="hierChild5" presStyleCnt="0"/>
      <dgm:spPr/>
    </dgm:pt>
    <dgm:pt modelId="{71C95C58-7AC3-48DE-878D-6CBAA80327BD}" type="pres">
      <dgm:prSet presAssocID="{B80EBC18-1F10-4B45-A74D-7E6D1081C606}" presName="Name37" presStyleLbl="parChTrans1D3" presStyleIdx="14" presStyleCnt="21"/>
      <dgm:spPr/>
    </dgm:pt>
    <dgm:pt modelId="{ABB7F13F-2A79-4543-BDED-10629C1352B5}" type="pres">
      <dgm:prSet presAssocID="{993F7F28-83A1-41E6-B60D-D3635A0523D2}" presName="hierRoot2" presStyleCnt="0">
        <dgm:presLayoutVars>
          <dgm:hierBranch val="init"/>
        </dgm:presLayoutVars>
      </dgm:prSet>
      <dgm:spPr/>
    </dgm:pt>
    <dgm:pt modelId="{276C3940-60E7-4351-B91E-4E449ADFE467}" type="pres">
      <dgm:prSet presAssocID="{993F7F28-83A1-41E6-B60D-D3635A0523D2}" presName="rootComposite" presStyleCnt="0"/>
      <dgm:spPr/>
    </dgm:pt>
    <dgm:pt modelId="{BABBE211-D85F-4F13-9829-E5A276F6CF2A}" type="pres">
      <dgm:prSet presAssocID="{993F7F28-83A1-41E6-B60D-D3635A0523D2}" presName="rootText" presStyleLbl="node3" presStyleIdx="14" presStyleCnt="21" custScaleX="32732" custScaleY="28729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D6140802-9C69-4605-B257-4B0FB000F347}" type="pres">
      <dgm:prSet presAssocID="{993F7F28-83A1-41E6-B60D-D3635A0523D2}" presName="rootConnector" presStyleLbl="node3" presStyleIdx="14" presStyleCnt="21"/>
      <dgm:spPr/>
    </dgm:pt>
    <dgm:pt modelId="{01D45D81-03E3-4A83-B066-8E83DEEFB16E}" type="pres">
      <dgm:prSet presAssocID="{993F7F28-83A1-41E6-B60D-D3635A0523D2}" presName="hierChild4" presStyleCnt="0"/>
      <dgm:spPr/>
    </dgm:pt>
    <dgm:pt modelId="{69465EBA-D12E-4DB8-8B45-24B18707D7D6}" type="pres">
      <dgm:prSet presAssocID="{993F7F28-83A1-41E6-B60D-D3635A0523D2}" presName="hierChild5" presStyleCnt="0"/>
      <dgm:spPr/>
    </dgm:pt>
    <dgm:pt modelId="{EB994984-C02A-4535-8443-784D6ECF7690}" type="pres">
      <dgm:prSet presAssocID="{6426AA45-D803-4AB3-A88F-24F6A2008724}" presName="Name37" presStyleLbl="parChTrans1D3" presStyleIdx="15" presStyleCnt="21"/>
      <dgm:spPr/>
    </dgm:pt>
    <dgm:pt modelId="{F193828B-1CC0-408F-B341-682D0FBF5EDB}" type="pres">
      <dgm:prSet presAssocID="{2B72523A-BA05-4A17-8FBC-229A933948A6}" presName="hierRoot2" presStyleCnt="0">
        <dgm:presLayoutVars>
          <dgm:hierBranch val="init"/>
        </dgm:presLayoutVars>
      </dgm:prSet>
      <dgm:spPr/>
    </dgm:pt>
    <dgm:pt modelId="{F6A1A10E-3216-4114-B40E-258C65FF2AA0}" type="pres">
      <dgm:prSet presAssocID="{2B72523A-BA05-4A17-8FBC-229A933948A6}" presName="rootComposite" presStyleCnt="0"/>
      <dgm:spPr/>
    </dgm:pt>
    <dgm:pt modelId="{6218759E-6B1E-421A-9C35-588C97C918B9}" type="pres">
      <dgm:prSet presAssocID="{2B72523A-BA05-4A17-8FBC-229A933948A6}" presName="rootText" presStyleLbl="node3" presStyleIdx="15" presStyleCnt="21" custScaleX="32732" custScaleY="33836">
        <dgm:presLayoutVars>
          <dgm:chPref val="3"/>
        </dgm:presLayoutVars>
      </dgm:prSet>
      <dgm:spPr/>
    </dgm:pt>
    <dgm:pt modelId="{59074955-C80B-412F-9617-7E30C0762726}" type="pres">
      <dgm:prSet presAssocID="{2B72523A-BA05-4A17-8FBC-229A933948A6}" presName="rootConnector" presStyleLbl="node3" presStyleIdx="15" presStyleCnt="21"/>
      <dgm:spPr/>
    </dgm:pt>
    <dgm:pt modelId="{CB435F5E-4FFA-41C2-B5AC-F0F788ABF047}" type="pres">
      <dgm:prSet presAssocID="{2B72523A-BA05-4A17-8FBC-229A933948A6}" presName="hierChild4" presStyleCnt="0"/>
      <dgm:spPr/>
    </dgm:pt>
    <dgm:pt modelId="{4CAC5C4D-02E4-47D5-B2AF-F08FABE19779}" type="pres">
      <dgm:prSet presAssocID="{2B72523A-BA05-4A17-8FBC-229A933948A6}" presName="hierChild5" presStyleCnt="0"/>
      <dgm:spPr/>
    </dgm:pt>
    <dgm:pt modelId="{BCAE1850-735E-4AFB-9E92-9F4158A46501}" type="pres">
      <dgm:prSet presAssocID="{B363665C-79FF-4730-8AD2-3F134459B564}" presName="Name37" presStyleLbl="parChTrans1D3" presStyleIdx="16" presStyleCnt="21"/>
      <dgm:spPr/>
    </dgm:pt>
    <dgm:pt modelId="{148E3CFF-3686-4F5A-8C8F-6EE4656174CC}" type="pres">
      <dgm:prSet presAssocID="{5BBBCD73-4A95-43B9-A77D-434B5A944498}" presName="hierRoot2" presStyleCnt="0">
        <dgm:presLayoutVars>
          <dgm:hierBranch val="init"/>
        </dgm:presLayoutVars>
      </dgm:prSet>
      <dgm:spPr/>
    </dgm:pt>
    <dgm:pt modelId="{95912212-449B-463C-91EF-68270B45FEC7}" type="pres">
      <dgm:prSet presAssocID="{5BBBCD73-4A95-43B9-A77D-434B5A944498}" presName="rootComposite" presStyleCnt="0"/>
      <dgm:spPr/>
    </dgm:pt>
    <dgm:pt modelId="{0C5FF27C-F629-4281-AA94-3A369DC6CC0E}" type="pres">
      <dgm:prSet presAssocID="{5BBBCD73-4A95-43B9-A77D-434B5A944498}" presName="rootText" presStyleLbl="node3" presStyleIdx="16" presStyleCnt="21" custScaleX="47554" custScaleY="36090">
        <dgm:presLayoutVars>
          <dgm:chPref val="3"/>
        </dgm:presLayoutVars>
      </dgm:prSet>
      <dgm:spPr/>
      <dgm:t>
        <a:bodyPr/>
        <a:lstStyle/>
        <a:p>
          <a:endParaRPr lang="es-MX"/>
        </a:p>
      </dgm:t>
    </dgm:pt>
    <dgm:pt modelId="{8F84FAE8-4967-4B9E-A2AC-2D1E7572A045}" type="pres">
      <dgm:prSet presAssocID="{5BBBCD73-4A95-43B9-A77D-434B5A944498}" presName="rootConnector" presStyleLbl="node3" presStyleIdx="16" presStyleCnt="21"/>
      <dgm:spPr/>
    </dgm:pt>
    <dgm:pt modelId="{87CDDCC9-4240-44D0-B0A6-B02678472427}" type="pres">
      <dgm:prSet presAssocID="{5BBBCD73-4A95-43B9-A77D-434B5A944498}" presName="hierChild4" presStyleCnt="0"/>
      <dgm:spPr/>
    </dgm:pt>
    <dgm:pt modelId="{906298B7-E758-4CCF-8DF5-3DE9A7B9DEBE}" type="pres">
      <dgm:prSet presAssocID="{5BBBCD73-4A95-43B9-A77D-434B5A944498}" presName="hierChild5" presStyleCnt="0"/>
      <dgm:spPr/>
    </dgm:pt>
    <dgm:pt modelId="{CD5348B4-1FA9-4286-856B-217959AFD7E0}" type="pres">
      <dgm:prSet presAssocID="{CFBF3467-64D7-48C9-BBB0-B3BB5B5F532E}" presName="hierChild5" presStyleCnt="0"/>
      <dgm:spPr/>
    </dgm:pt>
    <dgm:pt modelId="{A5498FB6-1CE3-46FB-8E29-33577A3708D4}" type="pres">
      <dgm:prSet presAssocID="{BD5DD671-715D-4446-A8B9-48F05919ACD5}" presName="Name37" presStyleLbl="parChTrans1D2" presStyleIdx="3" presStyleCnt="4"/>
      <dgm:spPr/>
    </dgm:pt>
    <dgm:pt modelId="{CBD45D4D-C6A7-406A-95FC-07BD4ADE066A}" type="pres">
      <dgm:prSet presAssocID="{9A2F7998-A6CC-460E-AF5F-A6543370BCF1}" presName="hierRoot2" presStyleCnt="0">
        <dgm:presLayoutVars>
          <dgm:hierBranch val="init"/>
        </dgm:presLayoutVars>
      </dgm:prSet>
      <dgm:spPr/>
    </dgm:pt>
    <dgm:pt modelId="{38106FEC-1F94-4C3D-89C6-9C538A83CBB1}" type="pres">
      <dgm:prSet presAssocID="{9A2F7998-A6CC-460E-AF5F-A6543370BCF1}" presName="rootComposite" presStyleCnt="0"/>
      <dgm:spPr/>
    </dgm:pt>
    <dgm:pt modelId="{7708BB9F-A2B5-4D71-803F-F652A91734F2}" type="pres">
      <dgm:prSet presAssocID="{9A2F7998-A6CC-460E-AF5F-A6543370BCF1}" presName="rootText" presStyleLbl="node2" presStyleIdx="3" presStyleCnt="4" custScaleX="39592" custScaleY="26407">
        <dgm:presLayoutVars>
          <dgm:chPref val="3"/>
        </dgm:presLayoutVars>
      </dgm:prSet>
      <dgm:spPr/>
    </dgm:pt>
    <dgm:pt modelId="{447506C8-BCB7-4CD2-B456-6E2A098ADAD2}" type="pres">
      <dgm:prSet presAssocID="{9A2F7998-A6CC-460E-AF5F-A6543370BCF1}" presName="rootConnector" presStyleLbl="node2" presStyleIdx="3" presStyleCnt="4"/>
      <dgm:spPr/>
    </dgm:pt>
    <dgm:pt modelId="{05D24225-C1F4-46DF-8A38-C7E2B33E91D0}" type="pres">
      <dgm:prSet presAssocID="{9A2F7998-A6CC-460E-AF5F-A6543370BCF1}" presName="hierChild4" presStyleCnt="0"/>
      <dgm:spPr/>
    </dgm:pt>
    <dgm:pt modelId="{AA4E0F10-672C-45AE-857E-6F24AD0BA987}" type="pres">
      <dgm:prSet presAssocID="{600B9D04-0DDA-4C3E-A94E-8F67371C4475}" presName="Name37" presStyleLbl="parChTrans1D3" presStyleIdx="17" presStyleCnt="21"/>
      <dgm:spPr/>
    </dgm:pt>
    <dgm:pt modelId="{50BC318B-2E42-43EA-B5C8-935AEFD888CA}" type="pres">
      <dgm:prSet presAssocID="{75E066B7-F387-48D8-948A-BBC18D87A1B1}" presName="hierRoot2" presStyleCnt="0">
        <dgm:presLayoutVars>
          <dgm:hierBranch val="init"/>
        </dgm:presLayoutVars>
      </dgm:prSet>
      <dgm:spPr/>
    </dgm:pt>
    <dgm:pt modelId="{8E28A8F6-DA9E-4D5D-BB4C-1FB46E8CB758}" type="pres">
      <dgm:prSet presAssocID="{75E066B7-F387-48D8-948A-BBC18D87A1B1}" presName="rootComposite" presStyleCnt="0"/>
      <dgm:spPr/>
    </dgm:pt>
    <dgm:pt modelId="{EB24BE13-159D-4DD0-97DA-7DC2993D9235}" type="pres">
      <dgm:prSet presAssocID="{75E066B7-F387-48D8-948A-BBC18D87A1B1}" presName="rootText" presStyleLbl="node3" presStyleIdx="17" presStyleCnt="21" custScaleX="42748" custScaleY="31616">
        <dgm:presLayoutVars>
          <dgm:chPref val="3"/>
        </dgm:presLayoutVars>
      </dgm:prSet>
      <dgm:spPr/>
    </dgm:pt>
    <dgm:pt modelId="{44B15B0E-B0A4-42C2-8F4B-616A5EF2EC46}" type="pres">
      <dgm:prSet presAssocID="{75E066B7-F387-48D8-948A-BBC18D87A1B1}" presName="rootConnector" presStyleLbl="node3" presStyleIdx="17" presStyleCnt="21"/>
      <dgm:spPr/>
    </dgm:pt>
    <dgm:pt modelId="{7191780C-76B8-45F0-A923-944D94EFA21D}" type="pres">
      <dgm:prSet presAssocID="{75E066B7-F387-48D8-948A-BBC18D87A1B1}" presName="hierChild4" presStyleCnt="0"/>
      <dgm:spPr/>
    </dgm:pt>
    <dgm:pt modelId="{C35D64A2-702A-490E-B8FB-25AECA84D6CD}" type="pres">
      <dgm:prSet presAssocID="{75E066B7-F387-48D8-948A-BBC18D87A1B1}" presName="hierChild5" presStyleCnt="0"/>
      <dgm:spPr/>
    </dgm:pt>
    <dgm:pt modelId="{A0C41123-BBB9-4344-9493-64983D6DAEE3}" type="pres">
      <dgm:prSet presAssocID="{C219FE6F-14D9-499C-8964-7C4BDC6016E5}" presName="Name37" presStyleLbl="parChTrans1D3" presStyleIdx="18" presStyleCnt="21"/>
      <dgm:spPr/>
    </dgm:pt>
    <dgm:pt modelId="{006A05BB-6962-417B-99F6-AA202570EAB0}" type="pres">
      <dgm:prSet presAssocID="{9234C21F-3508-4AD9-8AEF-7D944DD1912C}" presName="hierRoot2" presStyleCnt="0">
        <dgm:presLayoutVars>
          <dgm:hierBranch val="init"/>
        </dgm:presLayoutVars>
      </dgm:prSet>
      <dgm:spPr/>
    </dgm:pt>
    <dgm:pt modelId="{B1107319-6AB8-4708-9805-A22FD7EC513D}" type="pres">
      <dgm:prSet presAssocID="{9234C21F-3508-4AD9-8AEF-7D944DD1912C}" presName="rootComposite" presStyleCnt="0"/>
      <dgm:spPr/>
    </dgm:pt>
    <dgm:pt modelId="{370B2528-3F66-4086-A5EE-43DDEDDED020}" type="pres">
      <dgm:prSet presAssocID="{9234C21F-3508-4AD9-8AEF-7D944DD1912C}" presName="rootText" presStyleLbl="node3" presStyleIdx="18" presStyleCnt="21" custScaleX="41564" custScaleY="35199">
        <dgm:presLayoutVars>
          <dgm:chPref val="3"/>
        </dgm:presLayoutVars>
      </dgm:prSet>
      <dgm:spPr/>
    </dgm:pt>
    <dgm:pt modelId="{F33E9D5F-2C05-46C3-9E82-B859A2877549}" type="pres">
      <dgm:prSet presAssocID="{9234C21F-3508-4AD9-8AEF-7D944DD1912C}" presName="rootConnector" presStyleLbl="node3" presStyleIdx="18" presStyleCnt="21"/>
      <dgm:spPr/>
    </dgm:pt>
    <dgm:pt modelId="{A2ADA740-5A6E-413A-B421-2A3F84DE7C5D}" type="pres">
      <dgm:prSet presAssocID="{9234C21F-3508-4AD9-8AEF-7D944DD1912C}" presName="hierChild4" presStyleCnt="0"/>
      <dgm:spPr/>
    </dgm:pt>
    <dgm:pt modelId="{5AA93185-DBB5-4358-AB00-E38C51950B76}" type="pres">
      <dgm:prSet presAssocID="{9234C21F-3508-4AD9-8AEF-7D944DD1912C}" presName="hierChild5" presStyleCnt="0"/>
      <dgm:spPr/>
    </dgm:pt>
    <dgm:pt modelId="{EDED031B-4EDF-4DDF-BFCC-46DBC8B01342}" type="pres">
      <dgm:prSet presAssocID="{F8E8371C-33A9-4050-BD51-49246A4E4B53}" presName="Name37" presStyleLbl="parChTrans1D3" presStyleIdx="19" presStyleCnt="21"/>
      <dgm:spPr/>
    </dgm:pt>
    <dgm:pt modelId="{F4311CE5-4AFA-4EE7-B84E-D8F42768E605}" type="pres">
      <dgm:prSet presAssocID="{4790A9F5-AACC-4BEC-8365-CDBDCA94A5FB}" presName="hierRoot2" presStyleCnt="0">
        <dgm:presLayoutVars>
          <dgm:hierBranch val="init"/>
        </dgm:presLayoutVars>
      </dgm:prSet>
      <dgm:spPr/>
    </dgm:pt>
    <dgm:pt modelId="{B69CCB94-CD69-4763-AE84-EA917750F80A}" type="pres">
      <dgm:prSet presAssocID="{4790A9F5-AACC-4BEC-8365-CDBDCA94A5FB}" presName="rootComposite" presStyleCnt="0"/>
      <dgm:spPr/>
    </dgm:pt>
    <dgm:pt modelId="{8E82D874-25BB-4A29-BF4F-3FE47B3A4082}" type="pres">
      <dgm:prSet presAssocID="{4790A9F5-AACC-4BEC-8365-CDBDCA94A5FB}" presName="rootText" presStyleLbl="node3" presStyleIdx="19" presStyleCnt="21" custScaleX="35334" custScaleY="32651">
        <dgm:presLayoutVars>
          <dgm:chPref val="3"/>
        </dgm:presLayoutVars>
      </dgm:prSet>
      <dgm:spPr/>
    </dgm:pt>
    <dgm:pt modelId="{14415D52-AA29-4F35-A4BD-2F6178611886}" type="pres">
      <dgm:prSet presAssocID="{4790A9F5-AACC-4BEC-8365-CDBDCA94A5FB}" presName="rootConnector" presStyleLbl="node3" presStyleIdx="19" presStyleCnt="21"/>
      <dgm:spPr/>
    </dgm:pt>
    <dgm:pt modelId="{38B4E688-84CA-4B35-A6EE-723F4281F0C4}" type="pres">
      <dgm:prSet presAssocID="{4790A9F5-AACC-4BEC-8365-CDBDCA94A5FB}" presName="hierChild4" presStyleCnt="0"/>
      <dgm:spPr/>
    </dgm:pt>
    <dgm:pt modelId="{82529D6A-840C-4CDE-B2E0-85CEB813805D}" type="pres">
      <dgm:prSet presAssocID="{4790A9F5-AACC-4BEC-8365-CDBDCA94A5FB}" presName="hierChild5" presStyleCnt="0"/>
      <dgm:spPr/>
    </dgm:pt>
    <dgm:pt modelId="{DC6562A1-DA59-4AEC-975C-A88958C6F7A6}" type="pres">
      <dgm:prSet presAssocID="{407E4861-239B-4F3B-A322-46D5622E5A1C}" presName="Name37" presStyleLbl="parChTrans1D3" presStyleIdx="20" presStyleCnt="21"/>
      <dgm:spPr/>
    </dgm:pt>
    <dgm:pt modelId="{608015CD-3ABC-4CD9-BADF-8077F50CD8F3}" type="pres">
      <dgm:prSet presAssocID="{4468E0C3-8DB8-4B9B-AA53-112A8F050F4F}" presName="hierRoot2" presStyleCnt="0">
        <dgm:presLayoutVars>
          <dgm:hierBranch val="init"/>
        </dgm:presLayoutVars>
      </dgm:prSet>
      <dgm:spPr/>
    </dgm:pt>
    <dgm:pt modelId="{6070DC68-DF80-4A90-A5C4-18BC83FA46DF}" type="pres">
      <dgm:prSet presAssocID="{4468E0C3-8DB8-4B9B-AA53-112A8F050F4F}" presName="rootComposite" presStyleCnt="0"/>
      <dgm:spPr/>
    </dgm:pt>
    <dgm:pt modelId="{79F7109E-E131-4D2A-BFF9-76BD4131981D}" type="pres">
      <dgm:prSet presAssocID="{4468E0C3-8DB8-4B9B-AA53-112A8F050F4F}" presName="rootText" presStyleLbl="node3" presStyleIdx="20" presStyleCnt="21" custScaleX="37174" custScaleY="39527">
        <dgm:presLayoutVars>
          <dgm:chPref val="3"/>
        </dgm:presLayoutVars>
      </dgm:prSet>
      <dgm:spPr/>
    </dgm:pt>
    <dgm:pt modelId="{F0062398-9854-43E2-9930-6E33B79FFB51}" type="pres">
      <dgm:prSet presAssocID="{4468E0C3-8DB8-4B9B-AA53-112A8F050F4F}" presName="rootConnector" presStyleLbl="node3" presStyleIdx="20" presStyleCnt="21"/>
      <dgm:spPr/>
    </dgm:pt>
    <dgm:pt modelId="{6D45C9C7-4F90-48C6-8B9D-13DD710C7B49}" type="pres">
      <dgm:prSet presAssocID="{4468E0C3-8DB8-4B9B-AA53-112A8F050F4F}" presName="hierChild4" presStyleCnt="0"/>
      <dgm:spPr/>
    </dgm:pt>
    <dgm:pt modelId="{A3746EDC-53AF-4F3A-AFA4-2482B77480A7}" type="pres">
      <dgm:prSet presAssocID="{4468E0C3-8DB8-4B9B-AA53-112A8F050F4F}" presName="hierChild5" presStyleCnt="0"/>
      <dgm:spPr/>
    </dgm:pt>
    <dgm:pt modelId="{27B673C2-F210-4AF0-934C-95015F3B9DC8}" type="pres">
      <dgm:prSet presAssocID="{9A2F7998-A6CC-460E-AF5F-A6543370BCF1}" presName="hierChild5" presStyleCnt="0"/>
      <dgm:spPr/>
    </dgm:pt>
    <dgm:pt modelId="{A6167A07-0EBA-465F-8BFB-D62B8F11EC35}" type="pres">
      <dgm:prSet presAssocID="{C6B95218-87DD-44C6-AA56-A352319271C9}" presName="hierChild3" presStyleCnt="0"/>
      <dgm:spPr/>
    </dgm:pt>
  </dgm:ptLst>
  <dgm:cxnLst>
    <dgm:cxn modelId="{29E237DE-D08A-4AF1-847C-2E38AEED83C9}" type="presOf" srcId="{F8E8371C-33A9-4050-BD51-49246A4E4B53}" destId="{EDED031B-4EDF-4DDF-BFCC-46DBC8B01342}" srcOrd="0" destOrd="0" presId="urn:microsoft.com/office/officeart/2005/8/layout/orgChart1"/>
    <dgm:cxn modelId="{B1758AF7-D014-4112-8498-14FE73BE2022}" type="presOf" srcId="{C6D2B68B-CCFA-4BC9-A433-CB74E9C642C3}" destId="{9C1263A9-2B31-48AC-BD80-8073BCB112F0}" srcOrd="0" destOrd="0" presId="urn:microsoft.com/office/officeart/2005/8/layout/orgChart1"/>
    <dgm:cxn modelId="{FD94FF1B-DF94-4433-9D29-75F2ECB65CBB}" type="presOf" srcId="{4790A9F5-AACC-4BEC-8365-CDBDCA94A5FB}" destId="{14415D52-AA29-4F35-A4BD-2F6178611886}" srcOrd="1" destOrd="0" presId="urn:microsoft.com/office/officeart/2005/8/layout/orgChart1"/>
    <dgm:cxn modelId="{C93AF95D-C95C-4FA7-8FA0-771E948828CD}" type="presOf" srcId="{B7AA8F5E-96AD-4C06-9658-B415B6AB39EB}" destId="{6033EA52-8B1C-470C-A773-2DAF74922CAE}" srcOrd="0" destOrd="0" presId="urn:microsoft.com/office/officeart/2005/8/layout/orgChart1"/>
    <dgm:cxn modelId="{07CA3815-4E83-4470-990F-B5E4FBEE8297}" type="presOf" srcId="{7B8EB134-9C37-4E1A-9D31-A95B0052A18E}" destId="{5681D7EC-9A60-4C3F-A4CF-648171342B06}" srcOrd="1" destOrd="0" presId="urn:microsoft.com/office/officeart/2005/8/layout/orgChart1"/>
    <dgm:cxn modelId="{1F814F90-DFBC-4EF8-BD12-EBF383A99FC1}" type="presOf" srcId="{993F7F28-83A1-41E6-B60D-D3635A0523D2}" destId="{D6140802-9C69-4605-B257-4B0FB000F347}" srcOrd="1" destOrd="0" presId="urn:microsoft.com/office/officeart/2005/8/layout/orgChart1"/>
    <dgm:cxn modelId="{97D4F97C-65CD-4DC7-8E3D-3FF14CC43498}" type="presOf" srcId="{A37721A6-94E0-4613-ADFA-5744F9236DE3}" destId="{32DE39C2-8104-4352-9E89-C1B9E0229FDF}" srcOrd="0" destOrd="0" presId="urn:microsoft.com/office/officeart/2005/8/layout/orgChart1"/>
    <dgm:cxn modelId="{7CFF6E49-FA92-424B-B16D-D3518C9C2934}" type="presOf" srcId="{75E066B7-F387-48D8-948A-BBC18D87A1B1}" destId="{EB24BE13-159D-4DD0-97DA-7DC2993D9235}" srcOrd="0" destOrd="0" presId="urn:microsoft.com/office/officeart/2005/8/layout/orgChart1"/>
    <dgm:cxn modelId="{BA6D0094-9356-4B4D-B7D8-A6872DBE86CC}" type="presOf" srcId="{5BBBCD73-4A95-43B9-A77D-434B5A944498}" destId="{8F84FAE8-4967-4B9E-A2AC-2D1E7572A045}" srcOrd="1" destOrd="0" presId="urn:microsoft.com/office/officeart/2005/8/layout/orgChart1"/>
    <dgm:cxn modelId="{F0B33DF6-9A3B-4356-B819-8A05C537D635}" type="presOf" srcId="{D3DB38CC-9CD4-4EB5-A5F9-7338167E67FA}" destId="{F559B497-3851-4E33-A903-83766CF897CC}" srcOrd="0" destOrd="0" presId="urn:microsoft.com/office/officeart/2005/8/layout/orgChart1"/>
    <dgm:cxn modelId="{3447DE09-6D63-42D8-BB20-88877C37293E}" srcId="{6EFB67D2-5AE6-47E7-9C65-2A28432938B6}" destId="{B7AA8F5E-96AD-4C06-9658-B415B6AB39EB}" srcOrd="2" destOrd="0" parTransId="{D8AE0191-FD7B-45EF-8C8F-7BE579ED0FA1}" sibTransId="{F68278E2-2719-41B2-ABE7-8FC6FFA6C453}"/>
    <dgm:cxn modelId="{61F8AB0B-B4AB-4D32-ACBB-FDFB174648AA}" srcId="{CFBF3467-64D7-48C9-BBB0-B3BB5B5F532E}" destId="{2B72523A-BA05-4A17-8FBC-229A933948A6}" srcOrd="2" destOrd="0" parTransId="{6426AA45-D803-4AB3-A88F-24F6A2008724}" sibTransId="{EF42093B-CAA1-4813-AA20-15B07F2D408F}"/>
    <dgm:cxn modelId="{F3CD93A8-2D45-46FF-B0CC-68C78590299C}" type="presOf" srcId="{C6B95218-87DD-44C6-AA56-A352319271C9}" destId="{A8703866-C259-4DD4-9B68-4F1267834504}" srcOrd="0" destOrd="0" presId="urn:microsoft.com/office/officeart/2005/8/layout/orgChart1"/>
    <dgm:cxn modelId="{36D89A47-83C8-4129-9975-7DB12EECCF2C}" type="presOf" srcId="{7B8EB134-9C37-4E1A-9D31-A95B0052A18E}" destId="{47771AE4-7DE1-4508-B8CB-917C184408DE}" srcOrd="0" destOrd="0" presId="urn:microsoft.com/office/officeart/2005/8/layout/orgChart1"/>
    <dgm:cxn modelId="{A75B1B74-8CAF-4E7A-978E-62FC521373C9}" type="presOf" srcId="{DE9DB976-6713-4049-B253-792C1713D897}" destId="{CBA13A39-B776-4F93-B07C-3F315884CCC7}" srcOrd="0" destOrd="0" presId="urn:microsoft.com/office/officeart/2005/8/layout/orgChart1"/>
    <dgm:cxn modelId="{CABC9F2E-73B3-4B48-A7FF-8C90A0F3E2C5}" type="presOf" srcId="{C7E54CC8-30B2-4F2A-AEE5-D3139E87B0B1}" destId="{DB656DCD-4259-4A4B-AFEE-7A4A47B0D700}" srcOrd="0" destOrd="0" presId="urn:microsoft.com/office/officeart/2005/8/layout/orgChart1"/>
    <dgm:cxn modelId="{E5920E54-32C9-444C-810E-22B8C02E17A9}" type="presOf" srcId="{845F1D3D-F5FB-4B2C-8B9E-9E6FE72D2314}" destId="{DDB65AEB-64A6-40E3-A663-B7824D1C60FF}" srcOrd="1" destOrd="0" presId="urn:microsoft.com/office/officeart/2005/8/layout/orgChart1"/>
    <dgm:cxn modelId="{3C99B83B-D717-43D9-A3CA-0E3B3011430A}" type="presOf" srcId="{10BEE427-256F-4B75-8901-09FD134FF92A}" destId="{82F078A0-25CF-47F0-8F66-7AC2F8F412BD}" srcOrd="1" destOrd="0" presId="urn:microsoft.com/office/officeart/2005/8/layout/orgChart1"/>
    <dgm:cxn modelId="{FA423E3E-2082-4C87-A6CD-C6A5B1FBFF65}" type="presOf" srcId="{30504BFF-820A-4AD6-AC06-5BDD85E5CF38}" destId="{A546367D-DBF5-4219-9D49-9950F1F9BD63}" srcOrd="0" destOrd="0" presId="urn:microsoft.com/office/officeart/2005/8/layout/orgChart1"/>
    <dgm:cxn modelId="{F7617573-71D6-45C6-93A0-E8D148951768}" type="presOf" srcId="{8F55F65E-316D-4829-95BD-47192155A36F}" destId="{3DFD6D02-5BA5-446F-99E0-2832CE1698ED}" srcOrd="0" destOrd="0" presId="urn:microsoft.com/office/officeart/2005/8/layout/orgChart1"/>
    <dgm:cxn modelId="{105794D6-32D9-4F3B-B30F-AD434A692FC5}" type="presOf" srcId="{B363665C-79FF-4730-8AD2-3F134459B564}" destId="{BCAE1850-735E-4AFB-9E92-9F4158A46501}" srcOrd="0" destOrd="0" presId="urn:microsoft.com/office/officeart/2005/8/layout/orgChart1"/>
    <dgm:cxn modelId="{1463D32D-E20F-4FF7-9F32-8962C21C7AD0}" srcId="{FB36EB94-895D-4652-BC5B-43DF2A2A0CD0}" destId="{C7B8A46E-CD7A-4B2F-867B-08332A746E9E}" srcOrd="2" destOrd="0" parTransId="{DE9DB976-6713-4049-B253-792C1713D897}" sibTransId="{6F53B1B4-DB1C-45F2-893B-4B5A4A56235C}"/>
    <dgm:cxn modelId="{A5709364-EF68-4A41-8A1A-4548FAC4C3C2}" type="presOf" srcId="{FB36EB94-895D-4652-BC5B-43DF2A2A0CD0}" destId="{B1A4E97B-4270-4957-9E91-884E1A619F5C}" srcOrd="0" destOrd="0" presId="urn:microsoft.com/office/officeart/2005/8/layout/orgChart1"/>
    <dgm:cxn modelId="{FB0F3EB3-298F-4DBC-BF8B-00177A5942F5}" type="presOf" srcId="{74F8D405-9540-4421-A94F-9D711483BCEE}" destId="{0FB771B4-F670-4C21-A72E-D93BE20244E5}" srcOrd="0" destOrd="0" presId="urn:microsoft.com/office/officeart/2005/8/layout/orgChart1"/>
    <dgm:cxn modelId="{4C188581-89C7-4DFD-A5D9-D96B70E5F7FC}" type="presOf" srcId="{10BEE427-256F-4B75-8901-09FD134FF92A}" destId="{C774AFB6-8627-41CD-A741-D4BAF9DA428C}" srcOrd="0" destOrd="0" presId="urn:microsoft.com/office/officeart/2005/8/layout/orgChart1"/>
    <dgm:cxn modelId="{925BDF1B-E89E-42AF-BE1C-173292DBEA18}" srcId="{9A2F7998-A6CC-460E-AF5F-A6543370BCF1}" destId="{4468E0C3-8DB8-4B9B-AA53-112A8F050F4F}" srcOrd="3" destOrd="0" parTransId="{407E4861-239B-4F3B-A322-46D5622E5A1C}" sibTransId="{96D61A60-6171-49A6-9E6C-E3C1ED17B981}"/>
    <dgm:cxn modelId="{DBC209AF-86D8-42D5-9BAC-6210F1EB5CAB}" type="presOf" srcId="{FCA61909-5DB2-4C72-A08D-32287F1D47BD}" destId="{EE4F7F03-3826-4613-A170-4CBA860EFAF9}" srcOrd="1" destOrd="0" presId="urn:microsoft.com/office/officeart/2005/8/layout/orgChart1"/>
    <dgm:cxn modelId="{7B115489-96CA-4089-A5FA-1182680B2747}" type="presOf" srcId="{259FC534-805D-4B6D-B126-8C83B0344DD7}" destId="{8F01CFD8-B4B7-44BE-A5FB-EABBAD4F6BDD}" srcOrd="0" destOrd="0" presId="urn:microsoft.com/office/officeart/2005/8/layout/orgChart1"/>
    <dgm:cxn modelId="{EFD2B565-B415-44DA-932E-EF68BBCD89F5}" srcId="{C6B95218-87DD-44C6-AA56-A352319271C9}" destId="{9A2F7998-A6CC-460E-AF5F-A6543370BCF1}" srcOrd="3" destOrd="0" parTransId="{BD5DD671-715D-4446-A8B9-48F05919ACD5}" sibTransId="{474AC935-4875-4162-96FC-15D241DCC7EB}"/>
    <dgm:cxn modelId="{62DB9D66-2E83-4DF9-8E17-51A4419D7F98}" type="presOf" srcId="{FB4BE683-026D-432D-ACF5-364A6609F7E9}" destId="{AE263544-2BE4-434D-AAF1-88AF82155328}" srcOrd="1" destOrd="0" presId="urn:microsoft.com/office/officeart/2005/8/layout/orgChart1"/>
    <dgm:cxn modelId="{88C5A121-597C-42FF-BEB6-01B43AC34172}" srcId="{6EFB67D2-5AE6-47E7-9C65-2A28432938B6}" destId="{4F1ED86F-8FBC-448B-8AD7-847EC29D23F8}" srcOrd="1" destOrd="0" parTransId="{800B4630-97E7-4BA2-9CDC-0B2A42753A8B}" sibTransId="{B8D5276B-05EA-4685-B241-F27DC487FF71}"/>
    <dgm:cxn modelId="{6CA58232-AF93-4DD7-BA07-656DB73B17B1}" srcId="{298B2551-798B-43B8-BE65-B82E6A6144F8}" destId="{C6B95218-87DD-44C6-AA56-A352319271C9}" srcOrd="0" destOrd="0" parTransId="{8D39C2E4-EDBC-43CB-B8EB-A53562FF63C7}" sibTransId="{853D716E-4635-4D53-93AC-3278230535EC}"/>
    <dgm:cxn modelId="{96F500D8-1838-4CD1-8F6A-075DF8071CC6}" type="presOf" srcId="{9A2F7998-A6CC-460E-AF5F-A6543370BCF1}" destId="{7708BB9F-A2B5-4D71-803F-F652A91734F2}" srcOrd="0" destOrd="0" presId="urn:microsoft.com/office/officeart/2005/8/layout/orgChart1"/>
    <dgm:cxn modelId="{887B6755-7055-4D30-9DE0-D744A920B39B}" type="presOf" srcId="{800B4630-97E7-4BA2-9CDC-0B2A42753A8B}" destId="{95434DC2-1D8D-4F48-B81C-09DE07AF4086}" srcOrd="0" destOrd="0" presId="urn:microsoft.com/office/officeart/2005/8/layout/orgChart1"/>
    <dgm:cxn modelId="{A041D08A-EECF-46FE-8F40-8FA33FA51741}" srcId="{6EFB67D2-5AE6-47E7-9C65-2A28432938B6}" destId="{7B8EB134-9C37-4E1A-9D31-A95B0052A18E}" srcOrd="4" destOrd="0" parTransId="{A37721A6-94E0-4613-ADFA-5744F9236DE3}" sibTransId="{92C8E443-119F-4C32-BB9D-BECE2F05E0E8}"/>
    <dgm:cxn modelId="{7DBD82F8-36A7-4F26-BA66-C94C3157B5CE}" type="presOf" srcId="{3E9F56EB-D08F-496B-9690-2CCBD84013F3}" destId="{244A67FD-2B6B-409E-967A-56877451B5F5}" srcOrd="1" destOrd="0" presId="urn:microsoft.com/office/officeart/2005/8/layout/orgChart1"/>
    <dgm:cxn modelId="{55114BE3-B30F-4460-8398-7267B14C0B10}" type="presOf" srcId="{F2D2C244-6F8A-43BF-A22C-343CD33E4787}" destId="{C3588105-3E0F-456D-B237-5294A538853C}" srcOrd="1" destOrd="0" presId="urn:microsoft.com/office/officeart/2005/8/layout/orgChart1"/>
    <dgm:cxn modelId="{A095F60C-9BAF-44DA-93A5-9A0B3747F563}" type="presOf" srcId="{FC7B0735-609E-4D98-BF0C-216D61F7C3BE}" destId="{90A2D9FD-F2D9-4586-9FD6-F27C4A38E08A}" srcOrd="0" destOrd="0" presId="urn:microsoft.com/office/officeart/2005/8/layout/orgChart1"/>
    <dgm:cxn modelId="{AD46686B-343A-47F6-8BA3-1D562D4DA72D}" type="presOf" srcId="{B7D577E0-E92B-451E-87F4-7ED6C708CBFE}" destId="{671AD447-CA81-4AC3-9430-3F283EEB86BC}" srcOrd="0" destOrd="0" presId="urn:microsoft.com/office/officeart/2005/8/layout/orgChart1"/>
    <dgm:cxn modelId="{AE640004-2554-4A60-9D2F-A46AC957C500}" type="presOf" srcId="{4E87205B-9ED6-4DC7-9FC0-B71E86F28430}" destId="{716F9CF9-BD18-4434-8AB8-538D2FEAD6ED}" srcOrd="0" destOrd="0" presId="urn:microsoft.com/office/officeart/2005/8/layout/orgChart1"/>
    <dgm:cxn modelId="{FAF235CE-4939-456F-8ADD-97CFFDC5BA34}" srcId="{C6B95218-87DD-44C6-AA56-A352319271C9}" destId="{CFBF3467-64D7-48C9-BBB0-B3BB5B5F532E}" srcOrd="2" destOrd="0" parTransId="{7F362ED1-D95F-4CDC-92A5-EA6D961466F4}" sibTransId="{473B3DA5-DBF5-48FC-9541-FD70F6FCD590}"/>
    <dgm:cxn modelId="{F824D089-459C-4C57-B48A-430C888AEC32}" type="presOf" srcId="{993F7F28-83A1-41E6-B60D-D3635A0523D2}" destId="{BABBE211-D85F-4F13-9829-E5A276F6CF2A}" srcOrd="0" destOrd="0" presId="urn:microsoft.com/office/officeart/2005/8/layout/orgChart1"/>
    <dgm:cxn modelId="{FBB7472C-0A9D-4225-95DA-27E12BEABA71}" srcId="{FB4BE683-026D-432D-ACF5-364A6609F7E9}" destId="{F2D2C244-6F8A-43BF-A22C-343CD33E4787}" srcOrd="1" destOrd="0" parTransId="{461A21D0-6F02-4E89-A9A5-169B041D769D}" sibTransId="{32D88ED6-1F8A-4549-800A-F2F40F668CA7}"/>
    <dgm:cxn modelId="{BD425FC3-E18D-4256-ADBC-9F02BC601032}" type="presOf" srcId="{6EFB67D2-5AE6-47E7-9C65-2A28432938B6}" destId="{5642F545-BF28-460D-99CF-0B17844B0CC7}" srcOrd="1" destOrd="0" presId="urn:microsoft.com/office/officeart/2005/8/layout/orgChart1"/>
    <dgm:cxn modelId="{0BE13339-67FB-4F21-AECA-8963106E3036}" type="presOf" srcId="{17675088-F0E6-4819-99D2-E471B167CAC3}" destId="{4B07B81E-9B44-4AC1-B035-3815B7BA4423}" srcOrd="0" destOrd="0" presId="urn:microsoft.com/office/officeart/2005/8/layout/orgChart1"/>
    <dgm:cxn modelId="{824C470E-EF5F-4960-B288-762261D132A1}" type="presOf" srcId="{C6B95218-87DD-44C6-AA56-A352319271C9}" destId="{8BF0A043-E937-4DFC-9795-828B0F93717C}" srcOrd="1" destOrd="0" presId="urn:microsoft.com/office/officeart/2005/8/layout/orgChart1"/>
    <dgm:cxn modelId="{F4DF0EAF-45F6-41DC-995F-374E14FBB6CE}" srcId="{FB36EB94-895D-4652-BC5B-43DF2A2A0CD0}" destId="{4A6FB8E7-F307-48EA-BE26-47FC78AA6AB3}" srcOrd="3" destOrd="0" parTransId="{3FBCDD9B-0233-457B-A120-2CB643487992}" sibTransId="{51941153-63C4-4C0C-B9A2-BDDD1D77CF11}"/>
    <dgm:cxn modelId="{82E47319-CC63-422C-BEF3-B31A15B6546E}" type="presOf" srcId="{298B2551-798B-43B8-BE65-B82E6A6144F8}" destId="{0311AC58-12CF-4E93-9B9B-BAA01C9F6AD2}" srcOrd="0" destOrd="0" presId="urn:microsoft.com/office/officeart/2005/8/layout/orgChart1"/>
    <dgm:cxn modelId="{FC03C3DC-41DF-49A7-ACBA-6CBC465AB97F}" type="presOf" srcId="{3BAD1D01-A904-47DA-BD3C-B82A10046884}" destId="{C85BB58E-19B0-4ADD-BE86-5D870DA2167D}" srcOrd="0" destOrd="0" presId="urn:microsoft.com/office/officeart/2005/8/layout/orgChart1"/>
    <dgm:cxn modelId="{6EE405EB-A19A-4F0D-8CC9-576EDA571A12}" srcId="{C75F07C6-C0B7-47FB-BA4C-7B5D81E33714}" destId="{8056F770-4A67-454D-BF76-73E40DFCE128}" srcOrd="0" destOrd="0" parTransId="{259FC534-805D-4B6D-B126-8C83B0344DD7}" sibTransId="{D9645B27-1064-4C94-A57F-33A513C44989}"/>
    <dgm:cxn modelId="{B08839F2-0144-4BBD-900D-E8C9705CA868}" type="presOf" srcId="{4E87205B-9ED6-4DC7-9FC0-B71E86F28430}" destId="{8B21C200-8054-4F1C-92C8-C24B1A55DB5A}" srcOrd="1" destOrd="0" presId="urn:microsoft.com/office/officeart/2005/8/layout/orgChart1"/>
    <dgm:cxn modelId="{20A14F4A-7E50-4529-8063-143D2C26FFAC}" srcId="{6EFB67D2-5AE6-47E7-9C65-2A28432938B6}" destId="{798DA3EC-2A58-408C-924F-5A9B14C568C0}" srcOrd="7" destOrd="0" parTransId="{2F47E75A-7147-4326-8BD0-5BE48DD787B5}" sibTransId="{E07C298C-3B05-4B63-AC4B-0792C49489A8}"/>
    <dgm:cxn modelId="{9DD18C4C-D24B-456C-9F71-B5F3D106A7B2}" srcId="{FB4BE683-026D-432D-ACF5-364A6609F7E9}" destId="{CBC39DFB-A19E-448A-AC5C-C073A8273E77}" srcOrd="2" destOrd="0" parTransId="{D3DB38CC-9CD4-4EB5-A5F9-7338167E67FA}" sibTransId="{3C04A66F-43BF-4A7D-B5CE-1F31B2CB5D3D}"/>
    <dgm:cxn modelId="{F2950DE7-D030-49F3-947E-D86AEB1C368A}" type="presOf" srcId="{4CC6D98F-D1AC-4CFE-BAC7-992DB83F9A6A}" destId="{BED15016-F008-4D3D-9A85-D7F5AE9EB281}" srcOrd="0" destOrd="0" presId="urn:microsoft.com/office/officeart/2005/8/layout/orgChart1"/>
    <dgm:cxn modelId="{4537C065-D9A3-4FE4-B896-D3298709BB45}" type="presOf" srcId="{38B43C35-41AC-4349-9BCF-5EE788E13925}" destId="{CED47C87-1AEC-402E-9B40-79C2861829D6}" srcOrd="0" destOrd="0" presId="urn:microsoft.com/office/officeart/2005/8/layout/orgChart1"/>
    <dgm:cxn modelId="{768994DE-ADB3-4AF0-B2A0-004A794B4385}" type="presOf" srcId="{407E4861-239B-4F3B-A322-46D5622E5A1C}" destId="{DC6562A1-DA59-4AEC-975C-A88958C6F7A6}" srcOrd="0" destOrd="0" presId="urn:microsoft.com/office/officeart/2005/8/layout/orgChart1"/>
    <dgm:cxn modelId="{31507F19-B727-48D1-8266-D22023C9F9A4}" type="presOf" srcId="{4790A9F5-AACC-4BEC-8365-CDBDCA94A5FB}" destId="{8E82D874-25BB-4A29-BF4F-3FE47B3A4082}" srcOrd="0" destOrd="0" presId="urn:microsoft.com/office/officeart/2005/8/layout/orgChart1"/>
    <dgm:cxn modelId="{2C896A01-8C90-4E13-93B7-22E10321EAE5}" type="presOf" srcId="{38951A8F-EFB0-41C3-AE21-D882A5DBCB16}" destId="{A9C8AC48-64A2-4B14-B20C-0B81EDC2AC1F}" srcOrd="1" destOrd="0" presId="urn:microsoft.com/office/officeart/2005/8/layout/orgChart1"/>
    <dgm:cxn modelId="{97C8BF54-C96D-4F87-B8B8-FF1BA8DD5972}" srcId="{C6B95218-87DD-44C6-AA56-A352319271C9}" destId="{C75F07C6-C0B7-47FB-BA4C-7B5D81E33714}" srcOrd="0" destOrd="0" parTransId="{4D7F87F8-B204-4133-AAA6-699AE99FF72F}" sibTransId="{FF8080D4-AEAD-41A6-B9D0-2004582445D6}"/>
    <dgm:cxn modelId="{1A3E99DE-7923-46D6-B23A-58EB5298F35C}" type="presOf" srcId="{D1956D7A-9F39-471B-9394-5E08D6875D6E}" destId="{D945B60B-0A68-4865-BEC9-61CCB42509B4}" srcOrd="0" destOrd="0" presId="urn:microsoft.com/office/officeart/2005/8/layout/orgChart1"/>
    <dgm:cxn modelId="{DD4D784C-37C0-4BB5-8E13-15CCC85A0E21}" type="presOf" srcId="{1C0D415C-CD7B-40B3-9636-6874758896E5}" destId="{E583F75C-AF0D-4B08-9C01-27A2DC3EA7F7}" srcOrd="0" destOrd="0" presId="urn:microsoft.com/office/officeart/2005/8/layout/orgChart1"/>
    <dgm:cxn modelId="{2EAD4531-E0CF-4354-98C2-514F66983795}" type="presOf" srcId="{2B72523A-BA05-4A17-8FBC-229A933948A6}" destId="{6218759E-6B1E-421A-9C35-588C97C918B9}" srcOrd="0" destOrd="0" presId="urn:microsoft.com/office/officeart/2005/8/layout/orgChart1"/>
    <dgm:cxn modelId="{73FBE542-779B-4B72-96DD-86F550A2A8CE}" type="presOf" srcId="{0D6F9346-49C2-4548-BD1D-AA0E3D7CC957}" destId="{8EBD8663-3E3F-4B46-980F-3C678C2C96A8}" srcOrd="0" destOrd="0" presId="urn:microsoft.com/office/officeart/2005/8/layout/orgChart1"/>
    <dgm:cxn modelId="{4C832CFF-363E-4A52-AD5C-1C82A3A1BE67}" srcId="{9A2F7998-A6CC-460E-AF5F-A6543370BCF1}" destId="{4790A9F5-AACC-4BEC-8365-CDBDCA94A5FB}" srcOrd="2" destOrd="0" parTransId="{F8E8371C-33A9-4050-BD51-49246A4E4B53}" sibTransId="{2C18A208-4530-44A2-86FD-1900C4EAD671}"/>
    <dgm:cxn modelId="{506E0A4D-A3FC-4CE7-907C-74DC8C762CE4}" type="presOf" srcId="{B7AA8F5E-96AD-4C06-9658-B415B6AB39EB}" destId="{2477CAC0-89FE-4F88-B838-CCBCB1FD029C}" srcOrd="1" destOrd="0" presId="urn:microsoft.com/office/officeart/2005/8/layout/orgChart1"/>
    <dgm:cxn modelId="{56C6E77C-E109-482A-B1ED-7821F04D0F2B}" type="presOf" srcId="{3E9F56EB-D08F-496B-9690-2CCBD84013F3}" destId="{2B72B8BA-CAE1-44F9-94E1-E73345D31BB9}" srcOrd="0" destOrd="0" presId="urn:microsoft.com/office/officeart/2005/8/layout/orgChart1"/>
    <dgm:cxn modelId="{444AFECF-B653-43D4-9AC3-7100E611EFE7}" type="presOf" srcId="{2F47E75A-7147-4326-8BD0-5BE48DD787B5}" destId="{1B8E5BFD-A989-408D-9513-651134559905}" srcOrd="0" destOrd="0" presId="urn:microsoft.com/office/officeart/2005/8/layout/orgChart1"/>
    <dgm:cxn modelId="{10E51301-DC02-45C2-BB99-F72A17725744}" type="presOf" srcId="{C45008D0-0A6C-48EC-B603-AB706264D34B}" destId="{3E6BAC53-7758-497D-B651-1872358AE7D7}" srcOrd="0" destOrd="0" presId="urn:microsoft.com/office/officeart/2005/8/layout/orgChart1"/>
    <dgm:cxn modelId="{0E184113-4A50-4B22-972E-2505815ED9FF}" srcId="{8056F770-4A67-454D-BF76-73E40DFCE128}" destId="{845F1D3D-F5FB-4B2C-8B9E-9E6FE72D2314}" srcOrd="1" destOrd="0" parTransId="{9C672425-18B6-4FA0-86D2-458BB62A5DAA}" sibTransId="{693726DA-6504-49E9-A5B7-322025490C15}"/>
    <dgm:cxn modelId="{AC686E38-F01F-40BF-889B-104994EAB3C7}" type="presOf" srcId="{CBC39DFB-A19E-448A-AC5C-C073A8273E77}" destId="{E5B208EF-8A51-45DD-A71E-0FF7752B931C}" srcOrd="1" destOrd="0" presId="urn:microsoft.com/office/officeart/2005/8/layout/orgChart1"/>
    <dgm:cxn modelId="{F7C493C2-FA4A-4124-B865-AB9DB33257B0}" type="presOf" srcId="{4D7F87F8-B204-4133-AAA6-699AE99FF72F}" destId="{98CC529A-8DB4-45C1-96BD-8595A19F2201}" srcOrd="0" destOrd="0" presId="urn:microsoft.com/office/officeart/2005/8/layout/orgChart1"/>
    <dgm:cxn modelId="{3B6CD4C8-43A5-4426-AB74-83A5CADDC85B}" type="presOf" srcId="{7F362ED1-D95F-4CDC-92A5-EA6D961466F4}" destId="{8F750174-DF5A-4308-833D-464D772984B7}" srcOrd="0" destOrd="0" presId="urn:microsoft.com/office/officeart/2005/8/layout/orgChart1"/>
    <dgm:cxn modelId="{CDF536B0-5DBF-4D8E-A9B6-B540AB77D9EE}" srcId="{C6B95218-87DD-44C6-AA56-A352319271C9}" destId="{6EFB67D2-5AE6-47E7-9C65-2A28432938B6}" srcOrd="1" destOrd="0" parTransId="{363EB5F5-BC86-44FC-9CDA-CFC3A149051B}" sibTransId="{4B90B370-957A-4459-B997-22EB8DB9582C}"/>
    <dgm:cxn modelId="{5DE24B65-B941-4417-9204-20EDDFDD00AF}" srcId="{6EFB67D2-5AE6-47E7-9C65-2A28432938B6}" destId="{D1956D7A-9F39-471B-9394-5E08D6875D6E}" srcOrd="8" destOrd="0" parTransId="{C7E54CC8-30B2-4F2A-AEE5-D3139E87B0B1}" sibTransId="{292D55DC-EF04-4CF0-9398-39E579A246E1}"/>
    <dgm:cxn modelId="{5F05EA6A-B333-435F-B728-879BBAE31568}" type="presOf" srcId="{9A2F7998-A6CC-460E-AF5F-A6543370BCF1}" destId="{447506C8-BCB7-4CD2-B456-6E2A098ADAD2}" srcOrd="1" destOrd="0" presId="urn:microsoft.com/office/officeart/2005/8/layout/orgChart1"/>
    <dgm:cxn modelId="{F5FEBBC8-09D7-44DA-92F6-B0FA562AA757}" type="presOf" srcId="{4A6FB8E7-F307-48EA-BE26-47FC78AA6AB3}" destId="{DAF3A685-A1C5-4BC3-88BA-8D409C693BC2}" srcOrd="1" destOrd="0" presId="urn:microsoft.com/office/officeart/2005/8/layout/orgChart1"/>
    <dgm:cxn modelId="{B14A7FFF-6761-4BF6-9146-B98BADB573D5}" type="presOf" srcId="{4F1ED86F-8FBC-448B-8AD7-847EC29D23F8}" destId="{6FAEB732-2F17-4829-87A3-BAB6EF1262BC}" srcOrd="1" destOrd="0" presId="urn:microsoft.com/office/officeart/2005/8/layout/orgChart1"/>
    <dgm:cxn modelId="{22F8E9EF-3E22-4944-A8E6-7CE0ECD1A816}" type="presOf" srcId="{9234C21F-3508-4AD9-8AEF-7D944DD1912C}" destId="{370B2528-3F66-4086-A5EE-43DDEDDED020}" srcOrd="0" destOrd="0" presId="urn:microsoft.com/office/officeart/2005/8/layout/orgChart1"/>
    <dgm:cxn modelId="{257B1C59-572F-4B2D-AE75-63EABB9AC1FA}" type="presOf" srcId="{C7B8A46E-CD7A-4B2F-867B-08332A746E9E}" destId="{D909EE78-0C5B-4679-9961-25C2F937F882}" srcOrd="1" destOrd="0" presId="urn:microsoft.com/office/officeart/2005/8/layout/orgChart1"/>
    <dgm:cxn modelId="{9A56979A-AAF8-4D0E-A435-710E710F7487}" srcId="{8056F770-4A67-454D-BF76-73E40DFCE128}" destId="{30504BFF-820A-4AD6-AC06-5BDD85E5CF38}" srcOrd="0" destOrd="0" parTransId="{44C6F4C8-89BD-4F49-A316-D9200FDF7E34}" sibTransId="{A72A3329-D631-4BFD-BB30-34DED7E2D29F}"/>
    <dgm:cxn modelId="{031BBC59-3F41-4458-A9F7-7ABE803DCC22}" srcId="{C75F07C6-C0B7-47FB-BA4C-7B5D81E33714}" destId="{FB36EB94-895D-4652-BC5B-43DF2A2A0CD0}" srcOrd="2" destOrd="0" parTransId="{1F973310-6A5B-4B0B-94B4-B2624993064B}" sibTransId="{83DD022E-54A4-40B7-9E57-804CF7630F0A}"/>
    <dgm:cxn modelId="{10B59A55-8FBA-4616-A68C-A15907CA517B}" srcId="{6EFB67D2-5AE6-47E7-9C65-2A28432938B6}" destId="{3BAD1D01-A904-47DA-BD3C-B82A10046884}" srcOrd="5" destOrd="0" parTransId="{17675088-F0E6-4819-99D2-E471B167CAC3}" sibTransId="{365436D1-9DE5-4ED5-9D8B-17280B060F29}"/>
    <dgm:cxn modelId="{A1BB417F-5DA4-4DF0-AEFF-CDB37954A0CD}" type="presOf" srcId="{75E066B7-F387-48D8-948A-BBC18D87A1B1}" destId="{44B15B0E-B0A4-42C2-8F4B-616A5EF2EC46}" srcOrd="1" destOrd="0" presId="urn:microsoft.com/office/officeart/2005/8/layout/orgChart1"/>
    <dgm:cxn modelId="{EC1C7BF8-8A8A-4825-9B16-3FA1E5EB9151}" type="presOf" srcId="{F2D2C244-6F8A-43BF-A22C-343CD33E4787}" destId="{5CC87DF7-FC7F-45C4-838D-1FD8134AB396}" srcOrd="0" destOrd="0" presId="urn:microsoft.com/office/officeart/2005/8/layout/orgChart1"/>
    <dgm:cxn modelId="{B6EEEC9F-3CAC-47F4-842D-3F36AD938461}" srcId="{8056F770-4A67-454D-BF76-73E40DFCE128}" destId="{8F55F65E-316D-4829-95BD-47192155A36F}" srcOrd="2" destOrd="0" parTransId="{C6D2B68B-CCFA-4BC9-A433-CB74E9C642C3}" sibTransId="{E8991F33-338B-423A-86BB-037080D6B411}"/>
    <dgm:cxn modelId="{EC09B645-D27C-4FFB-8207-92B7E7B25B22}" type="presOf" srcId="{D8AE0191-FD7B-45EF-8C8F-7BE579ED0FA1}" destId="{7A021446-5F58-4628-BFF1-D499C1327F0A}" srcOrd="0" destOrd="0" presId="urn:microsoft.com/office/officeart/2005/8/layout/orgChart1"/>
    <dgm:cxn modelId="{2A7A6D92-849D-4485-8B05-F6A8CD88EC7D}" type="presOf" srcId="{E583203F-9423-432F-9536-58B690275E5D}" destId="{F0F31C35-4328-4038-8063-27E6FEBB89BF}" srcOrd="1" destOrd="0" presId="urn:microsoft.com/office/officeart/2005/8/layout/orgChart1"/>
    <dgm:cxn modelId="{2681A29E-92A0-4224-8FE4-67374779DF7D}" type="presOf" srcId="{C219FE6F-14D9-499C-8964-7C4BDC6016E5}" destId="{A0C41123-BBB9-4344-9493-64983D6DAEE3}" srcOrd="0" destOrd="0" presId="urn:microsoft.com/office/officeart/2005/8/layout/orgChart1"/>
    <dgm:cxn modelId="{866C0576-B49D-4D64-AED3-07F781F19AB1}" type="presOf" srcId="{363EB5F5-BC86-44FC-9CDA-CFC3A149051B}" destId="{37E63FF2-F322-4BB0-AA19-8090466A5B25}" srcOrd="0" destOrd="0" presId="urn:microsoft.com/office/officeart/2005/8/layout/orgChart1"/>
    <dgm:cxn modelId="{A36A7168-A6E1-4FA1-82C4-F31D3C7C982C}" type="presOf" srcId="{4468E0C3-8DB8-4B9B-AA53-112A8F050F4F}" destId="{F0062398-9854-43E2-9930-6E33B79FFB51}" srcOrd="1" destOrd="0" presId="urn:microsoft.com/office/officeart/2005/8/layout/orgChart1"/>
    <dgm:cxn modelId="{C1F5F5C5-B233-47DC-B5A3-38B0FD3BC6E2}" srcId="{FB4BE683-026D-432D-ACF5-364A6609F7E9}" destId="{10BEE427-256F-4B75-8901-09FD134FF92A}" srcOrd="0" destOrd="0" parTransId="{0D6F9346-49C2-4548-BD1D-AA0E3D7CC957}" sibTransId="{38106CE2-9956-4C1F-8C19-07F6D0DCC569}"/>
    <dgm:cxn modelId="{670F3DD5-762C-4A1C-AD7B-8F011A3E821E}" srcId="{6EFB67D2-5AE6-47E7-9C65-2A28432938B6}" destId="{E583203F-9423-432F-9536-58B690275E5D}" srcOrd="6" destOrd="0" parTransId="{A623BEA8-166D-46A5-B560-EB8BDD3D5F87}" sibTransId="{106E5EE9-8234-4052-8B08-79F8F7195AB9}"/>
    <dgm:cxn modelId="{7C1826D4-D063-407F-A711-C241C575BC86}" type="presOf" srcId="{6426AA45-D803-4AB3-A88F-24F6A2008724}" destId="{EB994984-C02A-4535-8443-784D6ECF7690}" srcOrd="0" destOrd="0" presId="urn:microsoft.com/office/officeart/2005/8/layout/orgChart1"/>
    <dgm:cxn modelId="{EE65B4FF-3D71-4150-BE28-702A4749E244}" type="presOf" srcId="{860D304F-8DFA-4059-B322-B853AB9E379A}" destId="{A89F8E35-2D83-4122-9238-F0AF5A540D74}" srcOrd="0" destOrd="0" presId="urn:microsoft.com/office/officeart/2005/8/layout/orgChart1"/>
    <dgm:cxn modelId="{D1E38F2C-29CE-4468-A803-DD6E5D9FD938}" type="presOf" srcId="{CFBF3467-64D7-48C9-BBB0-B3BB5B5F532E}" destId="{DE8545EB-F8DC-4643-9FDF-BFD704FFB9BA}" srcOrd="1" destOrd="0" presId="urn:microsoft.com/office/officeart/2005/8/layout/orgChart1"/>
    <dgm:cxn modelId="{BC6D38CC-BB57-4121-82AF-0A9D622420D0}" type="presOf" srcId="{798DA3EC-2A58-408C-924F-5A9B14C568C0}" destId="{B5300D49-EE1C-4B75-9038-FE1ABA4A4B4C}" srcOrd="1" destOrd="0" presId="urn:microsoft.com/office/officeart/2005/8/layout/orgChart1"/>
    <dgm:cxn modelId="{248C5AA8-E273-44D9-9048-D3C2F8C63A7A}" srcId="{CFBF3467-64D7-48C9-BBB0-B3BB5B5F532E}" destId="{5BBBCD73-4A95-43B9-A77D-434B5A944498}" srcOrd="3" destOrd="0" parTransId="{B363665C-79FF-4730-8AD2-3F134459B564}" sibTransId="{EC2BE355-4284-48D1-9B91-AE100BDE4074}"/>
    <dgm:cxn modelId="{705E4CDB-15FA-41E4-9D25-DAFC386ACE6F}" type="presOf" srcId="{AE96039E-97C2-4293-B1DE-4D42C5774207}" destId="{26C9D443-E1C1-4E74-8B31-216831AD2244}" srcOrd="0" destOrd="0" presId="urn:microsoft.com/office/officeart/2005/8/layout/orgChart1"/>
    <dgm:cxn modelId="{F889DF44-2A48-477A-BDAF-4728B0A9806C}" type="presOf" srcId="{461A21D0-6F02-4E89-A9A5-169B041D769D}" destId="{D874372C-CD9D-4A7A-87E4-2675646BFC9D}" srcOrd="0" destOrd="0" presId="urn:microsoft.com/office/officeart/2005/8/layout/orgChart1"/>
    <dgm:cxn modelId="{E819881C-3DE4-49DF-863F-08F56BF3C05A}" srcId="{8056F770-4A67-454D-BF76-73E40DFCE128}" destId="{1C0D415C-CD7B-40B3-9636-6874758896E5}" srcOrd="3" destOrd="0" parTransId="{AE96039E-97C2-4293-B1DE-4D42C5774207}" sibTransId="{04B655D8-8FD8-4E10-9463-329D4AE4E790}"/>
    <dgm:cxn modelId="{FF13419E-E0CB-492C-93A7-CE82344E4C18}" type="presOf" srcId="{BD5DD671-715D-4446-A8B9-48F05919ACD5}" destId="{A5498FB6-1CE3-46FB-8E29-33577A3708D4}" srcOrd="0" destOrd="0" presId="urn:microsoft.com/office/officeart/2005/8/layout/orgChart1"/>
    <dgm:cxn modelId="{DD5308DB-845D-468B-B339-439A5FE50FAB}" srcId="{CFBF3467-64D7-48C9-BBB0-B3BB5B5F532E}" destId="{690925EC-D0A6-4E7A-AF20-51256AD6A8C5}" srcOrd="0" destOrd="0" parTransId="{25E4219C-C500-4422-A303-A2DF54417B74}" sibTransId="{C3D047E8-B2CB-49AC-81D0-8AC11254E166}"/>
    <dgm:cxn modelId="{00ECBF5C-3DDE-4962-8519-BA2C178D95C4}" type="presOf" srcId="{845F1D3D-F5FB-4B2C-8B9E-9E6FE72D2314}" destId="{6591C24C-8D19-4387-890E-878682BACF1D}" srcOrd="0" destOrd="0" presId="urn:microsoft.com/office/officeart/2005/8/layout/orgChart1"/>
    <dgm:cxn modelId="{31D3838A-D8C4-4484-85A4-1BED74508B3C}" type="presOf" srcId="{FB4BE683-026D-432D-ACF5-364A6609F7E9}" destId="{59AF48C7-6EB4-4086-8E57-C80F5B5C9796}" srcOrd="0" destOrd="0" presId="urn:microsoft.com/office/officeart/2005/8/layout/orgChart1"/>
    <dgm:cxn modelId="{EF21CE9B-4240-4756-ADE8-5E4A5BA19926}" type="presOf" srcId="{798DA3EC-2A58-408C-924F-5A9B14C568C0}" destId="{6BCF99E6-0B71-4CDF-900D-1F69183EBDFE}" srcOrd="0" destOrd="0" presId="urn:microsoft.com/office/officeart/2005/8/layout/orgChart1"/>
    <dgm:cxn modelId="{E972DF9B-07A3-4BCE-924C-5551922ED10A}" type="presOf" srcId="{690925EC-D0A6-4E7A-AF20-51256AD6A8C5}" destId="{AD5866F4-58F0-43C6-9DE6-A43A73B6B72F}" srcOrd="1" destOrd="0" presId="urn:microsoft.com/office/officeart/2005/8/layout/orgChart1"/>
    <dgm:cxn modelId="{5C912445-D2A2-4A89-AB90-36887C22591D}" type="presOf" srcId="{8056F770-4A67-454D-BF76-73E40DFCE128}" destId="{0252B5AB-E002-4818-99C6-A7921E0E547D}" srcOrd="0" destOrd="0" presId="urn:microsoft.com/office/officeart/2005/8/layout/orgChart1"/>
    <dgm:cxn modelId="{88BAA4AC-D007-4A87-9971-A4D73E9F1BA8}" srcId="{6EFB67D2-5AE6-47E7-9C65-2A28432938B6}" destId="{38951A8F-EFB0-41C3-AE21-D882A5DBCB16}" srcOrd="0" destOrd="0" parTransId="{860D304F-8DFA-4059-B322-B853AB9E379A}" sibTransId="{ADAEB694-5D1D-470B-9644-D80123EEC501}"/>
    <dgm:cxn modelId="{36BBE675-33FA-4E6C-8F8B-CC11162A4402}" srcId="{FB36EB94-895D-4652-BC5B-43DF2A2A0CD0}" destId="{4E87205B-9ED6-4DC7-9FC0-B71E86F28430}" srcOrd="1" destOrd="0" parTransId="{4CC6D98F-D1AC-4CFE-BAC7-992DB83F9A6A}" sibTransId="{FDF2300C-8A93-4C37-8457-2E5F27D97357}"/>
    <dgm:cxn modelId="{B7783B04-428C-4822-8375-C373A7B5CE20}" type="presOf" srcId="{4F1ED86F-8FBC-448B-8AD7-847EC29D23F8}" destId="{B3EBCDDD-7BB7-4EF6-9FD2-A4684BE56C03}" srcOrd="0" destOrd="0" presId="urn:microsoft.com/office/officeart/2005/8/layout/orgChart1"/>
    <dgm:cxn modelId="{2CC444B7-A391-4926-A044-1189D6897B22}" type="presOf" srcId="{30504BFF-820A-4AD6-AC06-5BDD85E5CF38}" destId="{DE7A178F-BB1F-4354-BF9C-156AB6B4715D}" srcOrd="1" destOrd="0" presId="urn:microsoft.com/office/officeart/2005/8/layout/orgChart1"/>
    <dgm:cxn modelId="{0B4AEA5D-97EE-4B4A-A45C-4DCBF220ADC0}" srcId="{9A2F7998-A6CC-460E-AF5F-A6543370BCF1}" destId="{75E066B7-F387-48D8-948A-BBC18D87A1B1}" srcOrd="0" destOrd="0" parTransId="{600B9D04-0DDA-4C3E-A94E-8F67371C4475}" sibTransId="{7D6FCC66-EFE3-45B3-AB5D-8745607C99F9}"/>
    <dgm:cxn modelId="{E715B1B3-D58B-458C-A0AB-8C1D4217696D}" type="presOf" srcId="{25E4219C-C500-4422-A303-A2DF54417B74}" destId="{D290DBDC-2046-4C47-A4E7-D6C94722310E}" srcOrd="0" destOrd="0" presId="urn:microsoft.com/office/officeart/2005/8/layout/orgChart1"/>
    <dgm:cxn modelId="{4EA54979-C3D6-45BF-8F61-F9BFDBD6502D}" type="presOf" srcId="{1C0D415C-CD7B-40B3-9636-6874758896E5}" destId="{83A93184-0215-4090-8E1B-8F8EFC70B177}" srcOrd="1" destOrd="0" presId="urn:microsoft.com/office/officeart/2005/8/layout/orgChart1"/>
    <dgm:cxn modelId="{5AF39FEA-FC08-4271-9C67-7CB4D75E0218}" srcId="{C75F07C6-C0B7-47FB-BA4C-7B5D81E33714}" destId="{FB4BE683-026D-432D-ACF5-364A6609F7E9}" srcOrd="1" destOrd="0" parTransId="{C45008D0-0A6C-48EC-B603-AB706264D34B}" sibTransId="{E92650B7-0B5A-4165-BE9A-7574C03E17F2}"/>
    <dgm:cxn modelId="{44A785EA-E069-4BF4-AE74-A112F7EF7359}" type="presOf" srcId="{6EFB67D2-5AE6-47E7-9C65-2A28432938B6}" destId="{54A325B1-E3C1-41FB-9F8B-858E27F2F0D2}" srcOrd="0" destOrd="0" presId="urn:microsoft.com/office/officeart/2005/8/layout/orgChart1"/>
    <dgm:cxn modelId="{D8142C7F-884F-4E12-A98D-5B13A31E1DA0}" srcId="{FB36EB94-895D-4652-BC5B-43DF2A2A0CD0}" destId="{B7D577E0-E92B-451E-87F4-7ED6C708CBFE}" srcOrd="0" destOrd="0" parTransId="{38B43C35-41AC-4349-9BCF-5EE788E13925}" sibTransId="{994B3E23-515F-42DC-BE35-5B0C76CF9375}"/>
    <dgm:cxn modelId="{4B0971CA-8AF4-4E32-BF4E-9D3EE1E63FC9}" type="presOf" srcId="{3BAD1D01-A904-47DA-BD3C-B82A10046884}" destId="{4B3CA3EA-F2A1-4579-8E19-D6F4413C1694}" srcOrd="1" destOrd="0" presId="urn:microsoft.com/office/officeart/2005/8/layout/orgChart1"/>
    <dgm:cxn modelId="{5EF3F989-6621-4F0F-A654-708F2C00FC7F}" type="presOf" srcId="{1F973310-6A5B-4B0B-94B4-B2624993064B}" destId="{13A612F2-F99D-4B58-8E33-2CB956D1D9D5}" srcOrd="0" destOrd="0" presId="urn:microsoft.com/office/officeart/2005/8/layout/orgChart1"/>
    <dgm:cxn modelId="{11E56A15-A859-42EB-80C0-F45B1F8AD66E}" type="presOf" srcId="{A623BEA8-166D-46A5-B560-EB8BDD3D5F87}" destId="{D7188328-9253-48D6-BB18-82AF841795F4}" srcOrd="0" destOrd="0" presId="urn:microsoft.com/office/officeart/2005/8/layout/orgChart1"/>
    <dgm:cxn modelId="{15A0BB4F-2389-4C5F-8C70-208D1478D7C2}" type="presOf" srcId="{5BBBCD73-4A95-43B9-A77D-434B5A944498}" destId="{0C5FF27C-F629-4281-AA94-3A369DC6CC0E}" srcOrd="0" destOrd="0" presId="urn:microsoft.com/office/officeart/2005/8/layout/orgChart1"/>
    <dgm:cxn modelId="{1D93A208-7699-4996-8728-DC12A9DDCF35}" type="presOf" srcId="{C75F07C6-C0B7-47FB-BA4C-7B5D81E33714}" destId="{761A34E1-004A-4999-95D5-E1C547C6A288}" srcOrd="1" destOrd="0" presId="urn:microsoft.com/office/officeart/2005/8/layout/orgChart1"/>
    <dgm:cxn modelId="{371E223F-6808-4E32-B689-679E0F49E33A}" type="presOf" srcId="{B7D577E0-E92B-451E-87F4-7ED6C708CBFE}" destId="{4012BADE-EBBE-4711-95C1-6BD9E116F42A}" srcOrd="1" destOrd="0" presId="urn:microsoft.com/office/officeart/2005/8/layout/orgChart1"/>
    <dgm:cxn modelId="{D46619BD-FD0B-428C-9FDF-46C97B41452D}" type="presOf" srcId="{CBC39DFB-A19E-448A-AC5C-C073A8273E77}" destId="{49BBA82B-0BDE-43BA-9B99-CDEAA30C56BB}" srcOrd="0" destOrd="0" presId="urn:microsoft.com/office/officeart/2005/8/layout/orgChart1"/>
    <dgm:cxn modelId="{789CEDF5-3C88-4733-AF09-AAD109BBF42E}" type="presOf" srcId="{44C6F4C8-89BD-4F49-A316-D9200FDF7E34}" destId="{2BECAFBA-C038-49A9-9D6D-FCB6B5C0E390}" srcOrd="0" destOrd="0" presId="urn:microsoft.com/office/officeart/2005/8/layout/orgChart1"/>
    <dgm:cxn modelId="{97112A89-1FCF-456D-BB6D-A3ECD0B114B0}" type="presOf" srcId="{8056F770-4A67-454D-BF76-73E40DFCE128}" destId="{1CBCCE76-CACD-41C4-88CB-BF6140F0A3C4}" srcOrd="1" destOrd="0" presId="urn:microsoft.com/office/officeart/2005/8/layout/orgChart1"/>
    <dgm:cxn modelId="{18A90A79-7AFF-48CC-86E6-52DF8248FF75}" srcId="{6EFB67D2-5AE6-47E7-9C65-2A28432938B6}" destId="{FCA61909-5DB2-4C72-A08D-32287F1D47BD}" srcOrd="3" destOrd="0" parTransId="{74F8D405-9540-4421-A94F-9D711483BCEE}" sibTransId="{533F5430-6C47-4C85-83D1-74A688C523A3}"/>
    <dgm:cxn modelId="{734151F3-CF7C-4341-8406-DDEBF20042C3}" type="presOf" srcId="{C75F07C6-C0B7-47FB-BA4C-7B5D81E33714}" destId="{9D61BB89-EB87-4876-AB71-D86A0089942F}" srcOrd="0" destOrd="0" presId="urn:microsoft.com/office/officeart/2005/8/layout/orgChart1"/>
    <dgm:cxn modelId="{1D50FC17-3C59-4E6A-9180-31D6169B161A}" type="presOf" srcId="{600B9D04-0DDA-4C3E-A94E-8F67371C4475}" destId="{AA4E0F10-672C-45AE-857E-6F24AD0BA987}" srcOrd="0" destOrd="0" presId="urn:microsoft.com/office/officeart/2005/8/layout/orgChart1"/>
    <dgm:cxn modelId="{3ADB836A-245C-4F24-9AEB-2894877D3E26}" type="presOf" srcId="{FB36EB94-895D-4652-BC5B-43DF2A2A0CD0}" destId="{BF4E03BF-CC23-4E17-AE48-9337D22097F6}" srcOrd="1" destOrd="0" presId="urn:microsoft.com/office/officeart/2005/8/layout/orgChart1"/>
    <dgm:cxn modelId="{3EF2CB4E-8A0B-43ED-AA25-5B28E9C5EF00}" srcId="{6EFB67D2-5AE6-47E7-9C65-2A28432938B6}" destId="{3E9F56EB-D08F-496B-9690-2CCBD84013F3}" srcOrd="9" destOrd="0" parTransId="{FC7B0735-609E-4D98-BF0C-216D61F7C3BE}" sibTransId="{C6B5693C-7E73-4722-AC9D-A97CC8BEBDAE}"/>
    <dgm:cxn modelId="{076C561A-CDCF-4451-AA63-1969CA0F5139}" type="presOf" srcId="{4468E0C3-8DB8-4B9B-AA53-112A8F050F4F}" destId="{79F7109E-E131-4D2A-BFF9-76BD4131981D}" srcOrd="0" destOrd="0" presId="urn:microsoft.com/office/officeart/2005/8/layout/orgChart1"/>
    <dgm:cxn modelId="{D5187003-DDE1-4C6B-A526-2F417A4CAB44}" type="presOf" srcId="{3FBCDD9B-0233-457B-A120-2CB643487992}" destId="{E4C09F66-B7FE-40D4-A2EF-02190FC54B18}" srcOrd="0" destOrd="0" presId="urn:microsoft.com/office/officeart/2005/8/layout/orgChart1"/>
    <dgm:cxn modelId="{EE3A20F9-2D9F-4BE2-B32E-6AEAF2CAA22B}" type="presOf" srcId="{8F55F65E-316D-4829-95BD-47192155A36F}" destId="{3AD0ECD0-B0B9-4AC0-9F4B-09550EED0414}" srcOrd="1" destOrd="0" presId="urn:microsoft.com/office/officeart/2005/8/layout/orgChart1"/>
    <dgm:cxn modelId="{DCC3AE9F-E23F-4DE1-ADAA-1B0E8EA8F5E9}" srcId="{9A2F7998-A6CC-460E-AF5F-A6543370BCF1}" destId="{9234C21F-3508-4AD9-8AEF-7D944DD1912C}" srcOrd="1" destOrd="0" parTransId="{C219FE6F-14D9-499C-8964-7C4BDC6016E5}" sibTransId="{A6A0E2AA-CF31-403E-9809-79178DC52AF2}"/>
    <dgm:cxn modelId="{3E4C3355-2612-46B8-8870-8FAA6C4C4837}" type="presOf" srcId="{690925EC-D0A6-4E7A-AF20-51256AD6A8C5}" destId="{2191D3A3-B215-4A36-976F-E300607BAC8C}" srcOrd="0" destOrd="0" presId="urn:microsoft.com/office/officeart/2005/8/layout/orgChart1"/>
    <dgm:cxn modelId="{BB192879-055F-4EC1-B615-7B15557C6ECE}" type="presOf" srcId="{FCA61909-5DB2-4C72-A08D-32287F1D47BD}" destId="{A36CE3BE-54BD-4A11-8AEA-F6067FDF85DF}" srcOrd="0" destOrd="0" presId="urn:microsoft.com/office/officeart/2005/8/layout/orgChart1"/>
    <dgm:cxn modelId="{84A37B0D-819C-458A-B96A-140DA203DB2A}" type="presOf" srcId="{2B72523A-BA05-4A17-8FBC-229A933948A6}" destId="{59074955-C80B-412F-9617-7E30C0762726}" srcOrd="1" destOrd="0" presId="urn:microsoft.com/office/officeart/2005/8/layout/orgChart1"/>
    <dgm:cxn modelId="{035B3545-26F4-4CDD-9894-2BD811D79390}" type="presOf" srcId="{D1956D7A-9F39-471B-9394-5E08D6875D6E}" destId="{424339BD-DEAC-4067-8439-BB271B2C4062}" srcOrd="1" destOrd="0" presId="urn:microsoft.com/office/officeart/2005/8/layout/orgChart1"/>
    <dgm:cxn modelId="{521738D8-6668-4171-BBA5-D2CC1D0DBC57}" type="presOf" srcId="{B80EBC18-1F10-4B45-A74D-7E6D1081C606}" destId="{71C95C58-7AC3-48DE-878D-6CBAA80327BD}" srcOrd="0" destOrd="0" presId="urn:microsoft.com/office/officeart/2005/8/layout/orgChart1"/>
    <dgm:cxn modelId="{00267D59-BCE0-4AD4-8E57-F2FB1E252E22}" type="presOf" srcId="{C7B8A46E-CD7A-4B2F-867B-08332A746E9E}" destId="{69DAF7B5-EAF9-4732-B650-9196EE742FC5}" srcOrd="0" destOrd="0" presId="urn:microsoft.com/office/officeart/2005/8/layout/orgChart1"/>
    <dgm:cxn modelId="{419122CE-79AD-4436-B0BB-E7CF3750471F}" srcId="{CFBF3467-64D7-48C9-BBB0-B3BB5B5F532E}" destId="{993F7F28-83A1-41E6-B60D-D3635A0523D2}" srcOrd="1" destOrd="0" parTransId="{B80EBC18-1F10-4B45-A74D-7E6D1081C606}" sibTransId="{C9578B73-4CA1-4ECD-BD46-3C021C18B893}"/>
    <dgm:cxn modelId="{BAF4DE13-9484-4165-830C-7A1CA5C4B4AB}" type="presOf" srcId="{4A6FB8E7-F307-48EA-BE26-47FC78AA6AB3}" destId="{B8AB63D9-3FF1-4289-8F65-7F42BB2B67CD}" srcOrd="0" destOrd="0" presId="urn:microsoft.com/office/officeart/2005/8/layout/orgChart1"/>
    <dgm:cxn modelId="{611A64DA-7071-4BB6-91B2-DDEDC4ED0EE1}" type="presOf" srcId="{9234C21F-3508-4AD9-8AEF-7D944DD1912C}" destId="{F33E9D5F-2C05-46C3-9E82-B859A2877549}" srcOrd="1" destOrd="0" presId="urn:microsoft.com/office/officeart/2005/8/layout/orgChart1"/>
    <dgm:cxn modelId="{E77E245E-2508-4C95-90F9-1C6B225817C3}" type="presOf" srcId="{9C672425-18B6-4FA0-86D2-458BB62A5DAA}" destId="{E7068CF5-1CC4-4F2E-856D-BC8AA2CCCDFE}" srcOrd="0" destOrd="0" presId="urn:microsoft.com/office/officeart/2005/8/layout/orgChart1"/>
    <dgm:cxn modelId="{D930A4C2-545E-4BF7-94B8-D0186F76172E}" type="presOf" srcId="{38951A8F-EFB0-41C3-AE21-D882A5DBCB16}" destId="{3EE02CB0-025C-4815-A66A-220A16DF0B49}" srcOrd="0" destOrd="0" presId="urn:microsoft.com/office/officeart/2005/8/layout/orgChart1"/>
    <dgm:cxn modelId="{420F86F2-8D19-4439-9A0D-2508873A394A}" type="presOf" srcId="{CFBF3467-64D7-48C9-BBB0-B3BB5B5F532E}" destId="{2AD91C4A-68CB-4322-A6E5-B8DDACB75009}" srcOrd="0" destOrd="0" presId="urn:microsoft.com/office/officeart/2005/8/layout/orgChart1"/>
    <dgm:cxn modelId="{6F257F6C-8D8B-4EE5-883C-5743602B61D8}" type="presOf" srcId="{E583203F-9423-432F-9536-58B690275E5D}" destId="{1527B607-7F39-4576-A609-A655FC6A5E71}" srcOrd="0" destOrd="0" presId="urn:microsoft.com/office/officeart/2005/8/layout/orgChart1"/>
    <dgm:cxn modelId="{73147A06-AB8F-477D-8C04-9BF62B5EE0F8}" type="presParOf" srcId="{0311AC58-12CF-4E93-9B9B-BAA01C9F6AD2}" destId="{1617305E-CD88-4BE7-BC55-2120FE6A8979}" srcOrd="0" destOrd="0" presId="urn:microsoft.com/office/officeart/2005/8/layout/orgChart1"/>
    <dgm:cxn modelId="{7D3E79B0-1326-4124-A632-7BAC733905B5}" type="presParOf" srcId="{1617305E-CD88-4BE7-BC55-2120FE6A8979}" destId="{56E74F76-F11C-4539-B526-86146C4AAD5B}" srcOrd="0" destOrd="0" presId="urn:microsoft.com/office/officeart/2005/8/layout/orgChart1"/>
    <dgm:cxn modelId="{27C1F486-6FE7-485F-A544-44A33508E3A9}" type="presParOf" srcId="{56E74F76-F11C-4539-B526-86146C4AAD5B}" destId="{A8703866-C259-4DD4-9B68-4F1267834504}" srcOrd="0" destOrd="0" presId="urn:microsoft.com/office/officeart/2005/8/layout/orgChart1"/>
    <dgm:cxn modelId="{054DBD8A-4D06-4A5C-925E-1C425E094EAD}" type="presParOf" srcId="{56E74F76-F11C-4539-B526-86146C4AAD5B}" destId="{8BF0A043-E937-4DFC-9795-828B0F93717C}" srcOrd="1" destOrd="0" presId="urn:microsoft.com/office/officeart/2005/8/layout/orgChart1"/>
    <dgm:cxn modelId="{D5489945-742C-4FD9-83A1-1BFB8BF16BD8}" type="presParOf" srcId="{1617305E-CD88-4BE7-BC55-2120FE6A8979}" destId="{E9D224BE-39F8-4375-A6AC-FF4834206E0E}" srcOrd="1" destOrd="0" presId="urn:microsoft.com/office/officeart/2005/8/layout/orgChart1"/>
    <dgm:cxn modelId="{7D7531B4-250B-4400-9439-60D1A3E31A5F}" type="presParOf" srcId="{E9D224BE-39F8-4375-A6AC-FF4834206E0E}" destId="{98CC529A-8DB4-45C1-96BD-8595A19F2201}" srcOrd="0" destOrd="0" presId="urn:microsoft.com/office/officeart/2005/8/layout/orgChart1"/>
    <dgm:cxn modelId="{E76C9A36-ED10-48D0-ADE3-87EADF797788}" type="presParOf" srcId="{E9D224BE-39F8-4375-A6AC-FF4834206E0E}" destId="{EB6D5D77-63ED-4271-BD8B-232C0A71B5FE}" srcOrd="1" destOrd="0" presId="urn:microsoft.com/office/officeart/2005/8/layout/orgChart1"/>
    <dgm:cxn modelId="{A4BF69E0-7599-40B7-9A54-A47A355A15D6}" type="presParOf" srcId="{EB6D5D77-63ED-4271-BD8B-232C0A71B5FE}" destId="{2DD29C5C-19B2-405F-9E8E-E143F0A6C8E0}" srcOrd="0" destOrd="0" presId="urn:microsoft.com/office/officeart/2005/8/layout/orgChart1"/>
    <dgm:cxn modelId="{09347708-3A49-49CF-AFAA-61ACA94D240F}" type="presParOf" srcId="{2DD29C5C-19B2-405F-9E8E-E143F0A6C8E0}" destId="{9D61BB89-EB87-4876-AB71-D86A0089942F}" srcOrd="0" destOrd="0" presId="urn:microsoft.com/office/officeart/2005/8/layout/orgChart1"/>
    <dgm:cxn modelId="{5D143636-81BE-4E05-B5D6-28DEB54A0CFC}" type="presParOf" srcId="{2DD29C5C-19B2-405F-9E8E-E143F0A6C8E0}" destId="{761A34E1-004A-4999-95D5-E1C547C6A288}" srcOrd="1" destOrd="0" presId="urn:microsoft.com/office/officeart/2005/8/layout/orgChart1"/>
    <dgm:cxn modelId="{7C1A01C0-82E8-4FC4-8C41-CBAD43CEDCDD}" type="presParOf" srcId="{EB6D5D77-63ED-4271-BD8B-232C0A71B5FE}" destId="{C0E34AE6-449E-44A4-AAF4-3355FD70FA76}" srcOrd="1" destOrd="0" presId="urn:microsoft.com/office/officeart/2005/8/layout/orgChart1"/>
    <dgm:cxn modelId="{30B89AC3-733E-4522-ADDF-09AB749172DA}" type="presParOf" srcId="{C0E34AE6-449E-44A4-AAF4-3355FD70FA76}" destId="{8F01CFD8-B4B7-44BE-A5FB-EABBAD4F6BDD}" srcOrd="0" destOrd="0" presId="urn:microsoft.com/office/officeart/2005/8/layout/orgChart1"/>
    <dgm:cxn modelId="{12BBA773-165E-4960-9642-4DF929DA0825}" type="presParOf" srcId="{C0E34AE6-449E-44A4-AAF4-3355FD70FA76}" destId="{3A8EF486-658B-42FD-B5CB-33E7C1A51C29}" srcOrd="1" destOrd="0" presId="urn:microsoft.com/office/officeart/2005/8/layout/orgChart1"/>
    <dgm:cxn modelId="{80E0C786-4098-4F48-A993-55BA13E77A7C}" type="presParOf" srcId="{3A8EF486-658B-42FD-B5CB-33E7C1A51C29}" destId="{92AC7D21-D893-4BDE-B1DB-1CC9AF4DB60A}" srcOrd="0" destOrd="0" presId="urn:microsoft.com/office/officeart/2005/8/layout/orgChart1"/>
    <dgm:cxn modelId="{DC18C402-1067-4F0B-8B4F-F1A87D9E73FE}" type="presParOf" srcId="{92AC7D21-D893-4BDE-B1DB-1CC9AF4DB60A}" destId="{0252B5AB-E002-4818-99C6-A7921E0E547D}" srcOrd="0" destOrd="0" presId="urn:microsoft.com/office/officeart/2005/8/layout/orgChart1"/>
    <dgm:cxn modelId="{FD183A58-C269-44ED-94B9-2E5986AE19B6}" type="presParOf" srcId="{92AC7D21-D893-4BDE-B1DB-1CC9AF4DB60A}" destId="{1CBCCE76-CACD-41C4-88CB-BF6140F0A3C4}" srcOrd="1" destOrd="0" presId="urn:microsoft.com/office/officeart/2005/8/layout/orgChart1"/>
    <dgm:cxn modelId="{03F2AB51-D91D-4A35-A7D4-3C16FD040D73}" type="presParOf" srcId="{3A8EF486-658B-42FD-B5CB-33E7C1A51C29}" destId="{9EB41B39-B83F-4FE4-BFD6-DCF319C082F7}" srcOrd="1" destOrd="0" presId="urn:microsoft.com/office/officeart/2005/8/layout/orgChart1"/>
    <dgm:cxn modelId="{46B92F56-16BC-40FC-B499-71ACCFC81BFE}" type="presParOf" srcId="{9EB41B39-B83F-4FE4-BFD6-DCF319C082F7}" destId="{2BECAFBA-C038-49A9-9D6D-FCB6B5C0E390}" srcOrd="0" destOrd="0" presId="urn:microsoft.com/office/officeart/2005/8/layout/orgChart1"/>
    <dgm:cxn modelId="{5C02A514-EA53-4695-81C2-E0746A36CC55}" type="presParOf" srcId="{9EB41B39-B83F-4FE4-BFD6-DCF319C082F7}" destId="{8E380C80-0295-4199-B215-30C9EC549A9D}" srcOrd="1" destOrd="0" presId="urn:microsoft.com/office/officeart/2005/8/layout/orgChart1"/>
    <dgm:cxn modelId="{034ED633-DDFC-427F-A9D2-C3A5B60CA861}" type="presParOf" srcId="{8E380C80-0295-4199-B215-30C9EC549A9D}" destId="{C761016A-0916-460D-9DE7-33E924D66B17}" srcOrd="0" destOrd="0" presId="urn:microsoft.com/office/officeart/2005/8/layout/orgChart1"/>
    <dgm:cxn modelId="{FA7EF423-F597-4FFE-BB10-D567123E2F01}" type="presParOf" srcId="{C761016A-0916-460D-9DE7-33E924D66B17}" destId="{A546367D-DBF5-4219-9D49-9950F1F9BD63}" srcOrd="0" destOrd="0" presId="urn:microsoft.com/office/officeart/2005/8/layout/orgChart1"/>
    <dgm:cxn modelId="{B77ABE7D-AF09-4FEE-9431-5171BBBFD73F}" type="presParOf" srcId="{C761016A-0916-460D-9DE7-33E924D66B17}" destId="{DE7A178F-BB1F-4354-BF9C-156AB6B4715D}" srcOrd="1" destOrd="0" presId="urn:microsoft.com/office/officeart/2005/8/layout/orgChart1"/>
    <dgm:cxn modelId="{C5E7BF13-8C77-45F8-91F4-06A38203F957}" type="presParOf" srcId="{8E380C80-0295-4199-B215-30C9EC549A9D}" destId="{C9CF28EE-13A4-4916-8724-768B0C728269}" srcOrd="1" destOrd="0" presId="urn:microsoft.com/office/officeart/2005/8/layout/orgChart1"/>
    <dgm:cxn modelId="{1509FFC5-F4B9-40D0-87B6-B0BD6BA99347}" type="presParOf" srcId="{8E380C80-0295-4199-B215-30C9EC549A9D}" destId="{EA9C431F-066D-453F-8B70-951279E2204F}" srcOrd="2" destOrd="0" presId="urn:microsoft.com/office/officeart/2005/8/layout/orgChart1"/>
    <dgm:cxn modelId="{1942AB7F-23FD-45B5-A8C5-E0EFC713E327}" type="presParOf" srcId="{9EB41B39-B83F-4FE4-BFD6-DCF319C082F7}" destId="{E7068CF5-1CC4-4F2E-856D-BC8AA2CCCDFE}" srcOrd="2" destOrd="0" presId="urn:microsoft.com/office/officeart/2005/8/layout/orgChart1"/>
    <dgm:cxn modelId="{80F82278-2DE9-458E-94D4-FC253E1855B9}" type="presParOf" srcId="{9EB41B39-B83F-4FE4-BFD6-DCF319C082F7}" destId="{177D74B3-4B01-4C49-A10B-97DF88AADF4F}" srcOrd="3" destOrd="0" presId="urn:microsoft.com/office/officeart/2005/8/layout/orgChart1"/>
    <dgm:cxn modelId="{F335530C-CAF2-4E7C-AF71-F730DFA81CF3}" type="presParOf" srcId="{177D74B3-4B01-4C49-A10B-97DF88AADF4F}" destId="{B0C6995D-2E2C-42DE-8DEA-BEEB6BC30705}" srcOrd="0" destOrd="0" presId="urn:microsoft.com/office/officeart/2005/8/layout/orgChart1"/>
    <dgm:cxn modelId="{DCDF86F0-842A-4160-8692-C949A4943CD2}" type="presParOf" srcId="{B0C6995D-2E2C-42DE-8DEA-BEEB6BC30705}" destId="{6591C24C-8D19-4387-890E-878682BACF1D}" srcOrd="0" destOrd="0" presId="urn:microsoft.com/office/officeart/2005/8/layout/orgChart1"/>
    <dgm:cxn modelId="{C39B66BC-10BA-4DD8-85EC-52EFA9CE2795}" type="presParOf" srcId="{B0C6995D-2E2C-42DE-8DEA-BEEB6BC30705}" destId="{DDB65AEB-64A6-40E3-A663-B7824D1C60FF}" srcOrd="1" destOrd="0" presId="urn:microsoft.com/office/officeart/2005/8/layout/orgChart1"/>
    <dgm:cxn modelId="{778D80A4-C84D-4EEF-881D-D82E9605FFC5}" type="presParOf" srcId="{177D74B3-4B01-4C49-A10B-97DF88AADF4F}" destId="{51EB88EA-67B9-4231-8866-41EFF1A57089}" srcOrd="1" destOrd="0" presId="urn:microsoft.com/office/officeart/2005/8/layout/orgChart1"/>
    <dgm:cxn modelId="{1BFE9944-2571-4EA9-9097-2888400BAB44}" type="presParOf" srcId="{177D74B3-4B01-4C49-A10B-97DF88AADF4F}" destId="{2CE9DEED-5BE9-4445-8849-996B8110F97A}" srcOrd="2" destOrd="0" presId="urn:microsoft.com/office/officeart/2005/8/layout/orgChart1"/>
    <dgm:cxn modelId="{BEE487FD-45CB-4BD4-9F86-B0D4A4C2DEA4}" type="presParOf" srcId="{9EB41B39-B83F-4FE4-BFD6-DCF319C082F7}" destId="{9C1263A9-2B31-48AC-BD80-8073BCB112F0}" srcOrd="4" destOrd="0" presId="urn:microsoft.com/office/officeart/2005/8/layout/orgChart1"/>
    <dgm:cxn modelId="{54619956-07F3-4C97-9449-8254C8AD35D7}" type="presParOf" srcId="{9EB41B39-B83F-4FE4-BFD6-DCF319C082F7}" destId="{B95663E5-D27F-48A5-AE08-FB9703074C1E}" srcOrd="5" destOrd="0" presId="urn:microsoft.com/office/officeart/2005/8/layout/orgChart1"/>
    <dgm:cxn modelId="{C13025E9-7AA2-4ADF-954C-40816B34AA7B}" type="presParOf" srcId="{B95663E5-D27F-48A5-AE08-FB9703074C1E}" destId="{76EB38D0-DCD4-4497-A2F8-B9135059FB48}" srcOrd="0" destOrd="0" presId="urn:microsoft.com/office/officeart/2005/8/layout/orgChart1"/>
    <dgm:cxn modelId="{D045DAF0-28BD-453A-9BC8-FA02606C8A8F}" type="presParOf" srcId="{76EB38D0-DCD4-4497-A2F8-B9135059FB48}" destId="{3DFD6D02-5BA5-446F-99E0-2832CE1698ED}" srcOrd="0" destOrd="0" presId="urn:microsoft.com/office/officeart/2005/8/layout/orgChart1"/>
    <dgm:cxn modelId="{30AEBF6B-FE38-453C-B12B-8F3BD41467F4}" type="presParOf" srcId="{76EB38D0-DCD4-4497-A2F8-B9135059FB48}" destId="{3AD0ECD0-B0B9-4AC0-9F4B-09550EED0414}" srcOrd="1" destOrd="0" presId="urn:microsoft.com/office/officeart/2005/8/layout/orgChart1"/>
    <dgm:cxn modelId="{EF787A87-DCDF-4B48-979F-C1AABF7FDAC6}" type="presParOf" srcId="{B95663E5-D27F-48A5-AE08-FB9703074C1E}" destId="{C955A774-71DD-4AEB-859F-302CB3B60CAD}" srcOrd="1" destOrd="0" presId="urn:microsoft.com/office/officeart/2005/8/layout/orgChart1"/>
    <dgm:cxn modelId="{418CE1FA-32EF-41AE-8278-6F9C8FF73D9E}" type="presParOf" srcId="{B95663E5-D27F-48A5-AE08-FB9703074C1E}" destId="{1D953669-B999-43FF-B875-C316B2C29BC4}" srcOrd="2" destOrd="0" presId="urn:microsoft.com/office/officeart/2005/8/layout/orgChart1"/>
    <dgm:cxn modelId="{F6D9685B-F789-447F-8F1B-4638C5C49E7D}" type="presParOf" srcId="{9EB41B39-B83F-4FE4-BFD6-DCF319C082F7}" destId="{26C9D443-E1C1-4E74-8B31-216831AD2244}" srcOrd="6" destOrd="0" presId="urn:microsoft.com/office/officeart/2005/8/layout/orgChart1"/>
    <dgm:cxn modelId="{D240E209-B351-426D-BF21-C18692F59ACF}" type="presParOf" srcId="{9EB41B39-B83F-4FE4-BFD6-DCF319C082F7}" destId="{614068C6-E188-4F91-A242-554758C0F06F}" srcOrd="7" destOrd="0" presId="urn:microsoft.com/office/officeart/2005/8/layout/orgChart1"/>
    <dgm:cxn modelId="{CFD2B59C-4D25-4502-A83E-691C9E4EBD1F}" type="presParOf" srcId="{614068C6-E188-4F91-A242-554758C0F06F}" destId="{82C662E1-A76F-4C46-8AB1-B4CC21823C25}" srcOrd="0" destOrd="0" presId="urn:microsoft.com/office/officeart/2005/8/layout/orgChart1"/>
    <dgm:cxn modelId="{4CD11396-B5E0-41F2-915E-DE98C67B6FFC}" type="presParOf" srcId="{82C662E1-A76F-4C46-8AB1-B4CC21823C25}" destId="{E583F75C-AF0D-4B08-9C01-27A2DC3EA7F7}" srcOrd="0" destOrd="0" presId="urn:microsoft.com/office/officeart/2005/8/layout/orgChart1"/>
    <dgm:cxn modelId="{A75D38E0-3FF9-4BE2-930B-38E61E54AED0}" type="presParOf" srcId="{82C662E1-A76F-4C46-8AB1-B4CC21823C25}" destId="{83A93184-0215-4090-8E1B-8F8EFC70B177}" srcOrd="1" destOrd="0" presId="urn:microsoft.com/office/officeart/2005/8/layout/orgChart1"/>
    <dgm:cxn modelId="{60C14612-A82B-4A50-A914-84835B412E2B}" type="presParOf" srcId="{614068C6-E188-4F91-A242-554758C0F06F}" destId="{77DE71B6-11BD-48AD-B4CB-C6D01E913135}" srcOrd="1" destOrd="0" presId="urn:microsoft.com/office/officeart/2005/8/layout/orgChart1"/>
    <dgm:cxn modelId="{6EFA6AE8-52A8-483F-BE32-9345624BADEF}" type="presParOf" srcId="{614068C6-E188-4F91-A242-554758C0F06F}" destId="{9E09B157-B3AF-4DDE-AE51-F02667EC5A1B}" srcOrd="2" destOrd="0" presId="urn:microsoft.com/office/officeart/2005/8/layout/orgChart1"/>
    <dgm:cxn modelId="{A4F9FB04-6463-467B-9006-E1B30499F6E3}" type="presParOf" srcId="{3A8EF486-658B-42FD-B5CB-33E7C1A51C29}" destId="{E0154A8F-53BF-425E-ACCC-08E3A6854631}" srcOrd="2" destOrd="0" presId="urn:microsoft.com/office/officeart/2005/8/layout/orgChart1"/>
    <dgm:cxn modelId="{7417B3CD-E844-467A-85A6-F60474F68E82}" type="presParOf" srcId="{C0E34AE6-449E-44A4-AAF4-3355FD70FA76}" destId="{3E6BAC53-7758-497D-B651-1872358AE7D7}" srcOrd="2" destOrd="0" presId="urn:microsoft.com/office/officeart/2005/8/layout/orgChart1"/>
    <dgm:cxn modelId="{CFB3D794-7576-4388-BFD0-2C954FBE6D9B}" type="presParOf" srcId="{C0E34AE6-449E-44A4-AAF4-3355FD70FA76}" destId="{2ADC0997-8D6E-4C7F-A5B5-648AFBA75239}" srcOrd="3" destOrd="0" presId="urn:microsoft.com/office/officeart/2005/8/layout/orgChart1"/>
    <dgm:cxn modelId="{224DDADA-6954-4A92-B1CE-EA35817E5411}" type="presParOf" srcId="{2ADC0997-8D6E-4C7F-A5B5-648AFBA75239}" destId="{7CE9FBE4-4FFE-4631-96CF-A494ED1DDE02}" srcOrd="0" destOrd="0" presId="urn:microsoft.com/office/officeart/2005/8/layout/orgChart1"/>
    <dgm:cxn modelId="{93682BD6-BD9F-420B-84B7-9CB6DE4B896F}" type="presParOf" srcId="{7CE9FBE4-4FFE-4631-96CF-A494ED1DDE02}" destId="{59AF48C7-6EB4-4086-8E57-C80F5B5C9796}" srcOrd="0" destOrd="0" presId="urn:microsoft.com/office/officeart/2005/8/layout/orgChart1"/>
    <dgm:cxn modelId="{FAFF6742-FFB4-4CCB-AC37-5FAED1BD43BE}" type="presParOf" srcId="{7CE9FBE4-4FFE-4631-96CF-A494ED1DDE02}" destId="{AE263544-2BE4-434D-AAF1-88AF82155328}" srcOrd="1" destOrd="0" presId="urn:microsoft.com/office/officeart/2005/8/layout/orgChart1"/>
    <dgm:cxn modelId="{E5F28E78-92A7-49CD-90CC-788FD246CC8C}" type="presParOf" srcId="{2ADC0997-8D6E-4C7F-A5B5-648AFBA75239}" destId="{0E73C1A2-6B36-44E4-BABF-5BF784CE2226}" srcOrd="1" destOrd="0" presId="urn:microsoft.com/office/officeart/2005/8/layout/orgChart1"/>
    <dgm:cxn modelId="{C58B98DE-E3F5-4987-B62C-4EFAF6948103}" type="presParOf" srcId="{0E73C1A2-6B36-44E4-BABF-5BF784CE2226}" destId="{8EBD8663-3E3F-4B46-980F-3C678C2C96A8}" srcOrd="0" destOrd="0" presId="urn:microsoft.com/office/officeart/2005/8/layout/orgChart1"/>
    <dgm:cxn modelId="{8FDF81C1-C1B3-4037-AC3E-5D37C7469331}" type="presParOf" srcId="{0E73C1A2-6B36-44E4-BABF-5BF784CE2226}" destId="{692CCE79-5FAC-461A-AD1D-CE8969AB938F}" srcOrd="1" destOrd="0" presId="urn:microsoft.com/office/officeart/2005/8/layout/orgChart1"/>
    <dgm:cxn modelId="{FDE379E8-7BB1-4663-9CA5-5080A0319E11}" type="presParOf" srcId="{692CCE79-5FAC-461A-AD1D-CE8969AB938F}" destId="{DC59743E-FECA-4AC6-893A-B243BDCECC29}" srcOrd="0" destOrd="0" presId="urn:microsoft.com/office/officeart/2005/8/layout/orgChart1"/>
    <dgm:cxn modelId="{661EAF3E-DE33-42A5-B1CD-9764D2E8FAF1}" type="presParOf" srcId="{DC59743E-FECA-4AC6-893A-B243BDCECC29}" destId="{C774AFB6-8627-41CD-A741-D4BAF9DA428C}" srcOrd="0" destOrd="0" presId="urn:microsoft.com/office/officeart/2005/8/layout/orgChart1"/>
    <dgm:cxn modelId="{7633D602-DE12-468A-A0EC-8A9137EC0230}" type="presParOf" srcId="{DC59743E-FECA-4AC6-893A-B243BDCECC29}" destId="{82F078A0-25CF-47F0-8F66-7AC2F8F412BD}" srcOrd="1" destOrd="0" presId="urn:microsoft.com/office/officeart/2005/8/layout/orgChart1"/>
    <dgm:cxn modelId="{ABF0F479-67D9-4D45-8658-D28C4B23D821}" type="presParOf" srcId="{692CCE79-5FAC-461A-AD1D-CE8969AB938F}" destId="{DAE8AB84-F03B-417F-935E-D13C03AA84FF}" srcOrd="1" destOrd="0" presId="urn:microsoft.com/office/officeart/2005/8/layout/orgChart1"/>
    <dgm:cxn modelId="{223E52B1-A0C5-4845-9592-D974CD323616}" type="presParOf" srcId="{692CCE79-5FAC-461A-AD1D-CE8969AB938F}" destId="{31A13EFE-09CC-4096-9B78-29B0C5BC02F8}" srcOrd="2" destOrd="0" presId="urn:microsoft.com/office/officeart/2005/8/layout/orgChart1"/>
    <dgm:cxn modelId="{BE8575DC-2D5A-4611-B78B-3CD6EEC070A1}" type="presParOf" srcId="{0E73C1A2-6B36-44E4-BABF-5BF784CE2226}" destId="{D874372C-CD9D-4A7A-87E4-2675646BFC9D}" srcOrd="2" destOrd="0" presId="urn:microsoft.com/office/officeart/2005/8/layout/orgChart1"/>
    <dgm:cxn modelId="{7D703194-DE2C-4B47-B632-A4D51BC7960C}" type="presParOf" srcId="{0E73C1A2-6B36-44E4-BABF-5BF784CE2226}" destId="{B415253D-AA44-4C39-8FA5-0C855F72DD0D}" srcOrd="3" destOrd="0" presId="urn:microsoft.com/office/officeart/2005/8/layout/orgChart1"/>
    <dgm:cxn modelId="{04CE566C-8155-4A6D-837A-B73633E71545}" type="presParOf" srcId="{B415253D-AA44-4C39-8FA5-0C855F72DD0D}" destId="{3A2CA668-D3E1-4B65-8D83-3FF34D0A8CAE}" srcOrd="0" destOrd="0" presId="urn:microsoft.com/office/officeart/2005/8/layout/orgChart1"/>
    <dgm:cxn modelId="{4F2A9482-38D9-4155-9C55-F0C68F55D51F}" type="presParOf" srcId="{3A2CA668-D3E1-4B65-8D83-3FF34D0A8CAE}" destId="{5CC87DF7-FC7F-45C4-838D-1FD8134AB396}" srcOrd="0" destOrd="0" presId="urn:microsoft.com/office/officeart/2005/8/layout/orgChart1"/>
    <dgm:cxn modelId="{66F92C15-D119-4E8A-B35D-1500EEF1A28F}" type="presParOf" srcId="{3A2CA668-D3E1-4B65-8D83-3FF34D0A8CAE}" destId="{C3588105-3E0F-456D-B237-5294A538853C}" srcOrd="1" destOrd="0" presId="urn:microsoft.com/office/officeart/2005/8/layout/orgChart1"/>
    <dgm:cxn modelId="{2D4289F8-5627-49DD-BEEB-4918E8765148}" type="presParOf" srcId="{B415253D-AA44-4C39-8FA5-0C855F72DD0D}" destId="{CDFDE46D-9B3C-4951-B848-1EBABD431442}" srcOrd="1" destOrd="0" presId="urn:microsoft.com/office/officeart/2005/8/layout/orgChart1"/>
    <dgm:cxn modelId="{A8A66342-37DC-4FBA-A884-26B85F79AAF1}" type="presParOf" srcId="{B415253D-AA44-4C39-8FA5-0C855F72DD0D}" destId="{0C1DA1D4-8B5F-4C63-AA88-AB93BB18F7C5}" srcOrd="2" destOrd="0" presId="urn:microsoft.com/office/officeart/2005/8/layout/orgChart1"/>
    <dgm:cxn modelId="{540BD8F4-0006-4DAB-986E-7336AC6963DA}" type="presParOf" srcId="{0E73C1A2-6B36-44E4-BABF-5BF784CE2226}" destId="{F559B497-3851-4E33-A903-83766CF897CC}" srcOrd="4" destOrd="0" presId="urn:microsoft.com/office/officeart/2005/8/layout/orgChart1"/>
    <dgm:cxn modelId="{0BB1BD87-5E68-4645-BE51-24AD778FCAAF}" type="presParOf" srcId="{0E73C1A2-6B36-44E4-BABF-5BF784CE2226}" destId="{83C26561-1F7E-4C97-9530-B6AD7ABAC8F7}" srcOrd="5" destOrd="0" presId="urn:microsoft.com/office/officeart/2005/8/layout/orgChart1"/>
    <dgm:cxn modelId="{2F62DADE-64F0-41B0-8BA3-F5E6FFCBA249}" type="presParOf" srcId="{83C26561-1F7E-4C97-9530-B6AD7ABAC8F7}" destId="{7926C276-92D4-432D-894C-BE8875005F31}" srcOrd="0" destOrd="0" presId="urn:microsoft.com/office/officeart/2005/8/layout/orgChart1"/>
    <dgm:cxn modelId="{173666B6-1A39-49D4-8136-23A3EAA78487}" type="presParOf" srcId="{7926C276-92D4-432D-894C-BE8875005F31}" destId="{49BBA82B-0BDE-43BA-9B99-CDEAA30C56BB}" srcOrd="0" destOrd="0" presId="urn:microsoft.com/office/officeart/2005/8/layout/orgChart1"/>
    <dgm:cxn modelId="{E8728A97-091B-4F91-B236-9C364C415D98}" type="presParOf" srcId="{7926C276-92D4-432D-894C-BE8875005F31}" destId="{E5B208EF-8A51-45DD-A71E-0FF7752B931C}" srcOrd="1" destOrd="0" presId="urn:microsoft.com/office/officeart/2005/8/layout/orgChart1"/>
    <dgm:cxn modelId="{08E6AE14-DFF4-4FE6-AC94-01C3998EA4D0}" type="presParOf" srcId="{83C26561-1F7E-4C97-9530-B6AD7ABAC8F7}" destId="{FE1D7DA8-BBB5-47F1-9568-AE3517D8CFC0}" srcOrd="1" destOrd="0" presId="urn:microsoft.com/office/officeart/2005/8/layout/orgChart1"/>
    <dgm:cxn modelId="{B5F73BC7-7C26-4208-A14B-3BB965D42514}" type="presParOf" srcId="{83C26561-1F7E-4C97-9530-B6AD7ABAC8F7}" destId="{B6D84134-2391-4048-BDF7-30833CA5BD01}" srcOrd="2" destOrd="0" presId="urn:microsoft.com/office/officeart/2005/8/layout/orgChart1"/>
    <dgm:cxn modelId="{5E3F5DDF-4FA4-4F8D-8330-F28C5C10CF8B}" type="presParOf" srcId="{2ADC0997-8D6E-4C7F-A5B5-648AFBA75239}" destId="{0B59CCE7-8CE0-41F6-AB43-635184503577}" srcOrd="2" destOrd="0" presId="urn:microsoft.com/office/officeart/2005/8/layout/orgChart1"/>
    <dgm:cxn modelId="{97BC3760-B8D6-4F23-BA5C-D835FD8D2854}" type="presParOf" srcId="{C0E34AE6-449E-44A4-AAF4-3355FD70FA76}" destId="{13A612F2-F99D-4B58-8E33-2CB956D1D9D5}" srcOrd="4" destOrd="0" presId="urn:microsoft.com/office/officeart/2005/8/layout/orgChart1"/>
    <dgm:cxn modelId="{28D43305-AAF9-43A5-8369-EC0EFA4D2A33}" type="presParOf" srcId="{C0E34AE6-449E-44A4-AAF4-3355FD70FA76}" destId="{569596B3-4554-462D-97CB-ECAB74AE5788}" srcOrd="5" destOrd="0" presId="urn:microsoft.com/office/officeart/2005/8/layout/orgChart1"/>
    <dgm:cxn modelId="{64C54090-7DF6-476A-B890-5F51507E9B69}" type="presParOf" srcId="{569596B3-4554-462D-97CB-ECAB74AE5788}" destId="{A579F28E-4ACA-4469-9E96-5F3A2718F861}" srcOrd="0" destOrd="0" presId="urn:microsoft.com/office/officeart/2005/8/layout/orgChart1"/>
    <dgm:cxn modelId="{4A4C3147-C2EB-4535-AB59-3986A6F65CBF}" type="presParOf" srcId="{A579F28E-4ACA-4469-9E96-5F3A2718F861}" destId="{B1A4E97B-4270-4957-9E91-884E1A619F5C}" srcOrd="0" destOrd="0" presId="urn:microsoft.com/office/officeart/2005/8/layout/orgChart1"/>
    <dgm:cxn modelId="{93C6D48E-7198-46F7-ACC4-B1D19BDE220B}" type="presParOf" srcId="{A579F28E-4ACA-4469-9E96-5F3A2718F861}" destId="{BF4E03BF-CC23-4E17-AE48-9337D22097F6}" srcOrd="1" destOrd="0" presId="urn:microsoft.com/office/officeart/2005/8/layout/orgChart1"/>
    <dgm:cxn modelId="{2CEF7340-F16A-403B-9B71-FCF963BCFFF1}" type="presParOf" srcId="{569596B3-4554-462D-97CB-ECAB74AE5788}" destId="{3145D0F1-CA4F-424D-BAF0-ACA011122888}" srcOrd="1" destOrd="0" presId="urn:microsoft.com/office/officeart/2005/8/layout/orgChart1"/>
    <dgm:cxn modelId="{711AB696-2518-4800-987A-364D75A0279B}" type="presParOf" srcId="{3145D0F1-CA4F-424D-BAF0-ACA011122888}" destId="{CED47C87-1AEC-402E-9B40-79C2861829D6}" srcOrd="0" destOrd="0" presId="urn:microsoft.com/office/officeart/2005/8/layout/orgChart1"/>
    <dgm:cxn modelId="{7E47A752-7E2E-4635-88DE-425B7E892BC3}" type="presParOf" srcId="{3145D0F1-CA4F-424D-BAF0-ACA011122888}" destId="{26E2B036-069F-49B1-9C02-4D031D16EE07}" srcOrd="1" destOrd="0" presId="urn:microsoft.com/office/officeart/2005/8/layout/orgChart1"/>
    <dgm:cxn modelId="{977AC3FF-847A-4DE5-88A8-1B7D8BDC562A}" type="presParOf" srcId="{26E2B036-069F-49B1-9C02-4D031D16EE07}" destId="{29417BF2-BFB8-49C9-8EA7-897D18AF96D6}" srcOrd="0" destOrd="0" presId="urn:microsoft.com/office/officeart/2005/8/layout/orgChart1"/>
    <dgm:cxn modelId="{772EE295-3989-4DF5-835D-127F190E2AC0}" type="presParOf" srcId="{29417BF2-BFB8-49C9-8EA7-897D18AF96D6}" destId="{671AD447-CA81-4AC3-9430-3F283EEB86BC}" srcOrd="0" destOrd="0" presId="urn:microsoft.com/office/officeart/2005/8/layout/orgChart1"/>
    <dgm:cxn modelId="{35F4D01D-6FE0-4D14-8B24-A8F3A3F738E2}" type="presParOf" srcId="{29417BF2-BFB8-49C9-8EA7-897D18AF96D6}" destId="{4012BADE-EBBE-4711-95C1-6BD9E116F42A}" srcOrd="1" destOrd="0" presId="urn:microsoft.com/office/officeart/2005/8/layout/orgChart1"/>
    <dgm:cxn modelId="{95F73E8B-AC7F-4241-A27A-A783ABF44342}" type="presParOf" srcId="{26E2B036-069F-49B1-9C02-4D031D16EE07}" destId="{914216E4-3FA6-473C-BFEC-1FFDFD356F3C}" srcOrd="1" destOrd="0" presId="urn:microsoft.com/office/officeart/2005/8/layout/orgChart1"/>
    <dgm:cxn modelId="{1D814BF4-023A-47BD-BF4D-31A890E92D1D}" type="presParOf" srcId="{26E2B036-069F-49B1-9C02-4D031D16EE07}" destId="{AC70CB90-4192-4956-96AF-4DCB2325D3CF}" srcOrd="2" destOrd="0" presId="urn:microsoft.com/office/officeart/2005/8/layout/orgChart1"/>
    <dgm:cxn modelId="{1C71270E-75A7-4701-BB11-9A240B762277}" type="presParOf" srcId="{3145D0F1-CA4F-424D-BAF0-ACA011122888}" destId="{BED15016-F008-4D3D-9A85-D7F5AE9EB281}" srcOrd="2" destOrd="0" presId="urn:microsoft.com/office/officeart/2005/8/layout/orgChart1"/>
    <dgm:cxn modelId="{E68EE6F2-8F27-4510-A227-66E55FCE31F2}" type="presParOf" srcId="{3145D0F1-CA4F-424D-BAF0-ACA011122888}" destId="{C4FA09F5-59C1-4A58-B846-871F4A478AB6}" srcOrd="3" destOrd="0" presId="urn:microsoft.com/office/officeart/2005/8/layout/orgChart1"/>
    <dgm:cxn modelId="{CCD67B4E-B405-424E-879F-ABAE6ADF3E0B}" type="presParOf" srcId="{C4FA09F5-59C1-4A58-B846-871F4A478AB6}" destId="{15792F8D-8B63-4C88-9E0C-7F9D0AA337B8}" srcOrd="0" destOrd="0" presId="urn:microsoft.com/office/officeart/2005/8/layout/orgChart1"/>
    <dgm:cxn modelId="{7026C61F-C33D-4335-B0C7-47341E61731A}" type="presParOf" srcId="{15792F8D-8B63-4C88-9E0C-7F9D0AA337B8}" destId="{716F9CF9-BD18-4434-8AB8-538D2FEAD6ED}" srcOrd="0" destOrd="0" presId="urn:microsoft.com/office/officeart/2005/8/layout/orgChart1"/>
    <dgm:cxn modelId="{75D318AA-7076-4509-9BD5-0395A6D4643A}" type="presParOf" srcId="{15792F8D-8B63-4C88-9E0C-7F9D0AA337B8}" destId="{8B21C200-8054-4F1C-92C8-C24B1A55DB5A}" srcOrd="1" destOrd="0" presId="urn:microsoft.com/office/officeart/2005/8/layout/orgChart1"/>
    <dgm:cxn modelId="{B3F3B973-4CDE-467F-893E-7F1D113C35CA}" type="presParOf" srcId="{C4FA09F5-59C1-4A58-B846-871F4A478AB6}" destId="{6A23BFF1-F6E7-485D-AD80-EEC882C42211}" srcOrd="1" destOrd="0" presId="urn:microsoft.com/office/officeart/2005/8/layout/orgChart1"/>
    <dgm:cxn modelId="{BB8E6738-3DF2-4FE9-B793-22A874F91F43}" type="presParOf" srcId="{C4FA09F5-59C1-4A58-B846-871F4A478AB6}" destId="{E90141D1-9794-4852-AE97-827D7EF44EAF}" srcOrd="2" destOrd="0" presId="urn:microsoft.com/office/officeart/2005/8/layout/orgChart1"/>
    <dgm:cxn modelId="{E481C989-3488-4517-A0FD-54C5096838D7}" type="presParOf" srcId="{3145D0F1-CA4F-424D-BAF0-ACA011122888}" destId="{CBA13A39-B776-4F93-B07C-3F315884CCC7}" srcOrd="4" destOrd="0" presId="urn:microsoft.com/office/officeart/2005/8/layout/orgChart1"/>
    <dgm:cxn modelId="{E64EF412-263D-4978-9F2F-C405BEDB6183}" type="presParOf" srcId="{3145D0F1-CA4F-424D-BAF0-ACA011122888}" destId="{E35198FD-F4E0-43A5-A88A-B2F1497D750F}" srcOrd="5" destOrd="0" presId="urn:microsoft.com/office/officeart/2005/8/layout/orgChart1"/>
    <dgm:cxn modelId="{FE9BEB7C-81D2-406B-9FB9-C1FFDE7143D0}" type="presParOf" srcId="{E35198FD-F4E0-43A5-A88A-B2F1497D750F}" destId="{210A7654-A4AE-4430-B8D9-5CC48C68B794}" srcOrd="0" destOrd="0" presId="urn:microsoft.com/office/officeart/2005/8/layout/orgChart1"/>
    <dgm:cxn modelId="{3081C5A3-D3E1-49CD-B708-D7BD936F5EDB}" type="presParOf" srcId="{210A7654-A4AE-4430-B8D9-5CC48C68B794}" destId="{69DAF7B5-EAF9-4732-B650-9196EE742FC5}" srcOrd="0" destOrd="0" presId="urn:microsoft.com/office/officeart/2005/8/layout/orgChart1"/>
    <dgm:cxn modelId="{98C3B1A6-DD03-4578-9923-ADC6C2F1206C}" type="presParOf" srcId="{210A7654-A4AE-4430-B8D9-5CC48C68B794}" destId="{D909EE78-0C5B-4679-9961-25C2F937F882}" srcOrd="1" destOrd="0" presId="urn:microsoft.com/office/officeart/2005/8/layout/orgChart1"/>
    <dgm:cxn modelId="{20D2C214-3BBD-494B-A995-FCAD1E803960}" type="presParOf" srcId="{E35198FD-F4E0-43A5-A88A-B2F1497D750F}" destId="{B2E1D46C-6EB4-416D-B81E-2BAA504064BA}" srcOrd="1" destOrd="0" presId="urn:microsoft.com/office/officeart/2005/8/layout/orgChart1"/>
    <dgm:cxn modelId="{D7B052A0-8903-4AD2-B8B6-2ECB5456F224}" type="presParOf" srcId="{E35198FD-F4E0-43A5-A88A-B2F1497D750F}" destId="{85C9354A-CD27-49FC-93AF-723E25FBAB97}" srcOrd="2" destOrd="0" presId="urn:microsoft.com/office/officeart/2005/8/layout/orgChart1"/>
    <dgm:cxn modelId="{072EAD59-14B8-4468-94A3-0030094A10C0}" type="presParOf" srcId="{3145D0F1-CA4F-424D-BAF0-ACA011122888}" destId="{E4C09F66-B7FE-40D4-A2EF-02190FC54B18}" srcOrd="6" destOrd="0" presId="urn:microsoft.com/office/officeart/2005/8/layout/orgChart1"/>
    <dgm:cxn modelId="{41844E8F-880E-4AA8-B21A-AD0E0D9B6D56}" type="presParOf" srcId="{3145D0F1-CA4F-424D-BAF0-ACA011122888}" destId="{1C72B324-E24F-46C8-9E10-F72A2B4C9769}" srcOrd="7" destOrd="0" presId="urn:microsoft.com/office/officeart/2005/8/layout/orgChart1"/>
    <dgm:cxn modelId="{8270950B-E82F-42AA-BAE9-E0B289B612E2}" type="presParOf" srcId="{1C72B324-E24F-46C8-9E10-F72A2B4C9769}" destId="{8289E4B0-8852-4E46-807F-CBC4AF36B2B3}" srcOrd="0" destOrd="0" presId="urn:microsoft.com/office/officeart/2005/8/layout/orgChart1"/>
    <dgm:cxn modelId="{A49CDED3-5D99-41BE-B65A-2E507376B3DD}" type="presParOf" srcId="{8289E4B0-8852-4E46-807F-CBC4AF36B2B3}" destId="{B8AB63D9-3FF1-4289-8F65-7F42BB2B67CD}" srcOrd="0" destOrd="0" presId="urn:microsoft.com/office/officeart/2005/8/layout/orgChart1"/>
    <dgm:cxn modelId="{DF1D339C-30E0-4EC5-A517-2605B277299B}" type="presParOf" srcId="{8289E4B0-8852-4E46-807F-CBC4AF36B2B3}" destId="{DAF3A685-A1C5-4BC3-88BA-8D409C693BC2}" srcOrd="1" destOrd="0" presId="urn:microsoft.com/office/officeart/2005/8/layout/orgChart1"/>
    <dgm:cxn modelId="{A947DE78-84A9-460B-A0BD-E7F9FE231182}" type="presParOf" srcId="{1C72B324-E24F-46C8-9E10-F72A2B4C9769}" destId="{15E8732A-FC91-422A-82F9-2EC57CD87FA0}" srcOrd="1" destOrd="0" presId="urn:microsoft.com/office/officeart/2005/8/layout/orgChart1"/>
    <dgm:cxn modelId="{A7C62704-11D3-40CA-A73E-FFF988561007}" type="presParOf" srcId="{1C72B324-E24F-46C8-9E10-F72A2B4C9769}" destId="{1419DF45-2CC8-4951-B564-318F668A2575}" srcOrd="2" destOrd="0" presId="urn:microsoft.com/office/officeart/2005/8/layout/orgChart1"/>
    <dgm:cxn modelId="{2F4148C4-B8DF-44CD-A336-9D12D2B17D2B}" type="presParOf" srcId="{569596B3-4554-462D-97CB-ECAB74AE5788}" destId="{26E6AF0B-27EE-4330-AD4B-2F657BBC4B5E}" srcOrd="2" destOrd="0" presId="urn:microsoft.com/office/officeart/2005/8/layout/orgChart1"/>
    <dgm:cxn modelId="{545481FA-13C0-4BBD-896D-BCA2A21159C6}" type="presParOf" srcId="{EB6D5D77-63ED-4271-BD8B-232C0A71B5FE}" destId="{ED7753FB-AB42-4652-86F0-E2B4692C1B3D}" srcOrd="2" destOrd="0" presId="urn:microsoft.com/office/officeart/2005/8/layout/orgChart1"/>
    <dgm:cxn modelId="{DBF1A00B-8F9B-4C90-81A2-A81303C383E0}" type="presParOf" srcId="{E9D224BE-39F8-4375-A6AC-FF4834206E0E}" destId="{37E63FF2-F322-4BB0-AA19-8090466A5B25}" srcOrd="2" destOrd="0" presId="urn:microsoft.com/office/officeart/2005/8/layout/orgChart1"/>
    <dgm:cxn modelId="{BE6E88A1-EDA0-4E8F-BDBB-BA1A1EBE54F1}" type="presParOf" srcId="{E9D224BE-39F8-4375-A6AC-FF4834206E0E}" destId="{8E02C8F7-F045-4D93-BFA9-072B191179DA}" srcOrd="3" destOrd="0" presId="urn:microsoft.com/office/officeart/2005/8/layout/orgChart1"/>
    <dgm:cxn modelId="{4BC52AD1-399A-456F-B8D0-74F4113D1078}" type="presParOf" srcId="{8E02C8F7-F045-4D93-BFA9-072B191179DA}" destId="{9CE582D4-77B2-49ED-B762-B81D2CC95FA8}" srcOrd="0" destOrd="0" presId="urn:microsoft.com/office/officeart/2005/8/layout/orgChart1"/>
    <dgm:cxn modelId="{F8BBF4D7-5F8E-4774-BE24-CCF255035CF7}" type="presParOf" srcId="{9CE582D4-77B2-49ED-B762-B81D2CC95FA8}" destId="{54A325B1-E3C1-41FB-9F8B-858E27F2F0D2}" srcOrd="0" destOrd="0" presId="urn:microsoft.com/office/officeart/2005/8/layout/orgChart1"/>
    <dgm:cxn modelId="{7C1AE657-3247-42B2-B9BC-88CE762F56DF}" type="presParOf" srcId="{9CE582D4-77B2-49ED-B762-B81D2CC95FA8}" destId="{5642F545-BF28-460D-99CF-0B17844B0CC7}" srcOrd="1" destOrd="0" presId="urn:microsoft.com/office/officeart/2005/8/layout/orgChart1"/>
    <dgm:cxn modelId="{4344A081-52EC-4AEB-9A85-2D82D2E7C222}" type="presParOf" srcId="{8E02C8F7-F045-4D93-BFA9-072B191179DA}" destId="{98D0A9E8-F11F-44AC-8A0A-27F426DC472A}" srcOrd="1" destOrd="0" presId="urn:microsoft.com/office/officeart/2005/8/layout/orgChart1"/>
    <dgm:cxn modelId="{CA09C986-27EA-46B4-9C8B-6773883609F8}" type="presParOf" srcId="{98D0A9E8-F11F-44AC-8A0A-27F426DC472A}" destId="{A89F8E35-2D83-4122-9238-F0AF5A540D74}" srcOrd="0" destOrd="0" presId="urn:microsoft.com/office/officeart/2005/8/layout/orgChart1"/>
    <dgm:cxn modelId="{53D7FC47-DE15-40C2-8A93-E7B3EF8A9A96}" type="presParOf" srcId="{98D0A9E8-F11F-44AC-8A0A-27F426DC472A}" destId="{A845BC15-EB5D-4701-AA57-A34790F3FD83}" srcOrd="1" destOrd="0" presId="urn:microsoft.com/office/officeart/2005/8/layout/orgChart1"/>
    <dgm:cxn modelId="{29B03941-840F-4F3A-AFCF-65142723D89B}" type="presParOf" srcId="{A845BC15-EB5D-4701-AA57-A34790F3FD83}" destId="{E3B45E34-0963-4835-B89E-D88941314A1E}" srcOrd="0" destOrd="0" presId="urn:microsoft.com/office/officeart/2005/8/layout/orgChart1"/>
    <dgm:cxn modelId="{2B9DA089-BF28-4027-8B4F-E243CA061442}" type="presParOf" srcId="{E3B45E34-0963-4835-B89E-D88941314A1E}" destId="{3EE02CB0-025C-4815-A66A-220A16DF0B49}" srcOrd="0" destOrd="0" presId="urn:microsoft.com/office/officeart/2005/8/layout/orgChart1"/>
    <dgm:cxn modelId="{6781FBA5-C70E-4CDF-BE98-3ACC8652BFF5}" type="presParOf" srcId="{E3B45E34-0963-4835-B89E-D88941314A1E}" destId="{A9C8AC48-64A2-4B14-B20C-0B81EDC2AC1F}" srcOrd="1" destOrd="0" presId="urn:microsoft.com/office/officeart/2005/8/layout/orgChart1"/>
    <dgm:cxn modelId="{A1F4A716-A127-43D3-84FF-A89E2AA6820E}" type="presParOf" srcId="{A845BC15-EB5D-4701-AA57-A34790F3FD83}" destId="{FF6E8680-A635-4E69-85E8-BCD9C004A549}" srcOrd="1" destOrd="0" presId="urn:microsoft.com/office/officeart/2005/8/layout/orgChart1"/>
    <dgm:cxn modelId="{B23467AB-A165-4521-86A0-420C9BE2ADEC}" type="presParOf" srcId="{A845BC15-EB5D-4701-AA57-A34790F3FD83}" destId="{B42E8F83-4CC4-45A5-9299-9C371C7AC4E4}" srcOrd="2" destOrd="0" presId="urn:microsoft.com/office/officeart/2005/8/layout/orgChart1"/>
    <dgm:cxn modelId="{A9D3D714-6CEE-42AD-B4B1-244762D83F8B}" type="presParOf" srcId="{98D0A9E8-F11F-44AC-8A0A-27F426DC472A}" destId="{95434DC2-1D8D-4F48-B81C-09DE07AF4086}" srcOrd="2" destOrd="0" presId="urn:microsoft.com/office/officeart/2005/8/layout/orgChart1"/>
    <dgm:cxn modelId="{EC0577D7-D933-4E8F-A40E-2F4BC98D0B55}" type="presParOf" srcId="{98D0A9E8-F11F-44AC-8A0A-27F426DC472A}" destId="{B99BC0C8-B69F-462C-B5C3-2FF9F8006D0D}" srcOrd="3" destOrd="0" presId="urn:microsoft.com/office/officeart/2005/8/layout/orgChart1"/>
    <dgm:cxn modelId="{A4AD58E6-413C-4771-A223-5D0F744FB39D}" type="presParOf" srcId="{B99BC0C8-B69F-462C-B5C3-2FF9F8006D0D}" destId="{DF203653-F8EB-4D72-9843-2121595D8478}" srcOrd="0" destOrd="0" presId="urn:microsoft.com/office/officeart/2005/8/layout/orgChart1"/>
    <dgm:cxn modelId="{9AC5B0FC-0BEE-4317-97E4-46EFEFCD3AE8}" type="presParOf" srcId="{DF203653-F8EB-4D72-9843-2121595D8478}" destId="{B3EBCDDD-7BB7-4EF6-9FD2-A4684BE56C03}" srcOrd="0" destOrd="0" presId="urn:microsoft.com/office/officeart/2005/8/layout/orgChart1"/>
    <dgm:cxn modelId="{A4827533-A984-4ED8-86E3-5B3648E307B5}" type="presParOf" srcId="{DF203653-F8EB-4D72-9843-2121595D8478}" destId="{6FAEB732-2F17-4829-87A3-BAB6EF1262BC}" srcOrd="1" destOrd="0" presId="urn:microsoft.com/office/officeart/2005/8/layout/orgChart1"/>
    <dgm:cxn modelId="{6C43B46D-99B4-4A27-8966-31502E72F12B}" type="presParOf" srcId="{B99BC0C8-B69F-462C-B5C3-2FF9F8006D0D}" destId="{9047D0BA-2AE9-4FAB-A4DE-9B96198EB77F}" srcOrd="1" destOrd="0" presId="urn:microsoft.com/office/officeart/2005/8/layout/orgChart1"/>
    <dgm:cxn modelId="{5C198AA9-2726-45C8-AAF2-AE58F87CA1CA}" type="presParOf" srcId="{B99BC0C8-B69F-462C-B5C3-2FF9F8006D0D}" destId="{3C88152B-DB2F-44B7-A903-E035868F8E85}" srcOrd="2" destOrd="0" presId="urn:microsoft.com/office/officeart/2005/8/layout/orgChart1"/>
    <dgm:cxn modelId="{7D685D0D-D203-4D70-9308-3E1ED7123699}" type="presParOf" srcId="{98D0A9E8-F11F-44AC-8A0A-27F426DC472A}" destId="{7A021446-5F58-4628-BFF1-D499C1327F0A}" srcOrd="4" destOrd="0" presId="urn:microsoft.com/office/officeart/2005/8/layout/orgChart1"/>
    <dgm:cxn modelId="{59F8E4EF-2256-4C13-B215-A2401010807F}" type="presParOf" srcId="{98D0A9E8-F11F-44AC-8A0A-27F426DC472A}" destId="{3FBEF1B6-97F1-402D-A5DE-5ED26C6BE478}" srcOrd="5" destOrd="0" presId="urn:microsoft.com/office/officeart/2005/8/layout/orgChart1"/>
    <dgm:cxn modelId="{9CBCF2BC-FE4D-48B6-8518-73E54794FE9F}" type="presParOf" srcId="{3FBEF1B6-97F1-402D-A5DE-5ED26C6BE478}" destId="{D349E215-E75D-4071-9AB6-3C0D80F5D63D}" srcOrd="0" destOrd="0" presId="urn:microsoft.com/office/officeart/2005/8/layout/orgChart1"/>
    <dgm:cxn modelId="{E574523E-2142-4042-85C6-BD98D11301FF}" type="presParOf" srcId="{D349E215-E75D-4071-9AB6-3C0D80F5D63D}" destId="{6033EA52-8B1C-470C-A773-2DAF74922CAE}" srcOrd="0" destOrd="0" presId="urn:microsoft.com/office/officeart/2005/8/layout/orgChart1"/>
    <dgm:cxn modelId="{5FC04854-88CA-4A7E-ABC3-034A9AB834B8}" type="presParOf" srcId="{D349E215-E75D-4071-9AB6-3C0D80F5D63D}" destId="{2477CAC0-89FE-4F88-B838-CCBCB1FD029C}" srcOrd="1" destOrd="0" presId="urn:microsoft.com/office/officeart/2005/8/layout/orgChart1"/>
    <dgm:cxn modelId="{0AD6DE29-3D98-4B80-A4E6-B1731E7BBFE3}" type="presParOf" srcId="{3FBEF1B6-97F1-402D-A5DE-5ED26C6BE478}" destId="{3F341158-2003-4F0A-851A-12EB9AD254A1}" srcOrd="1" destOrd="0" presId="urn:microsoft.com/office/officeart/2005/8/layout/orgChart1"/>
    <dgm:cxn modelId="{2850FE9E-8660-4FA5-A2E5-B9132628DE4C}" type="presParOf" srcId="{3FBEF1B6-97F1-402D-A5DE-5ED26C6BE478}" destId="{DAF9E106-78B0-46D3-B706-945855DB5695}" srcOrd="2" destOrd="0" presId="urn:microsoft.com/office/officeart/2005/8/layout/orgChart1"/>
    <dgm:cxn modelId="{7EF2D988-A7FC-465C-8F8F-E6DD16FF46D9}" type="presParOf" srcId="{98D0A9E8-F11F-44AC-8A0A-27F426DC472A}" destId="{0FB771B4-F670-4C21-A72E-D93BE20244E5}" srcOrd="6" destOrd="0" presId="urn:microsoft.com/office/officeart/2005/8/layout/orgChart1"/>
    <dgm:cxn modelId="{1D9EB599-5C48-4754-A9B6-A01027938385}" type="presParOf" srcId="{98D0A9E8-F11F-44AC-8A0A-27F426DC472A}" destId="{D4323AFC-A972-4930-89B3-05BD884BAFED}" srcOrd="7" destOrd="0" presId="urn:microsoft.com/office/officeart/2005/8/layout/orgChart1"/>
    <dgm:cxn modelId="{FF2A2D2B-0B0C-475B-A9DE-F58007B2FE27}" type="presParOf" srcId="{D4323AFC-A972-4930-89B3-05BD884BAFED}" destId="{E9322BB2-AA66-40F2-9B21-2947CEAAC229}" srcOrd="0" destOrd="0" presId="urn:microsoft.com/office/officeart/2005/8/layout/orgChart1"/>
    <dgm:cxn modelId="{AF002BC4-2AC2-4C10-9850-7F9C65A786B5}" type="presParOf" srcId="{E9322BB2-AA66-40F2-9B21-2947CEAAC229}" destId="{A36CE3BE-54BD-4A11-8AEA-F6067FDF85DF}" srcOrd="0" destOrd="0" presId="urn:microsoft.com/office/officeart/2005/8/layout/orgChart1"/>
    <dgm:cxn modelId="{D383B1D5-4A6C-4994-93CD-B5114B7A194D}" type="presParOf" srcId="{E9322BB2-AA66-40F2-9B21-2947CEAAC229}" destId="{EE4F7F03-3826-4613-A170-4CBA860EFAF9}" srcOrd="1" destOrd="0" presId="urn:microsoft.com/office/officeart/2005/8/layout/orgChart1"/>
    <dgm:cxn modelId="{4114D634-3A08-40D5-854C-151C6667B357}" type="presParOf" srcId="{D4323AFC-A972-4930-89B3-05BD884BAFED}" destId="{F8ECCFA1-E909-4299-B601-17C074B534F3}" srcOrd="1" destOrd="0" presId="urn:microsoft.com/office/officeart/2005/8/layout/orgChart1"/>
    <dgm:cxn modelId="{D7DE0A7A-47AA-461D-9A7C-C2B0D8798F70}" type="presParOf" srcId="{D4323AFC-A972-4930-89B3-05BD884BAFED}" destId="{69C803A2-A302-4ADC-A074-35E0AE2B213B}" srcOrd="2" destOrd="0" presId="urn:microsoft.com/office/officeart/2005/8/layout/orgChart1"/>
    <dgm:cxn modelId="{EB91EA84-B836-4F10-B2BD-C00A290AB13E}" type="presParOf" srcId="{98D0A9E8-F11F-44AC-8A0A-27F426DC472A}" destId="{32DE39C2-8104-4352-9E89-C1B9E0229FDF}" srcOrd="8" destOrd="0" presId="urn:microsoft.com/office/officeart/2005/8/layout/orgChart1"/>
    <dgm:cxn modelId="{0FB46D4F-87BB-4505-A349-66B6CB79DDA7}" type="presParOf" srcId="{98D0A9E8-F11F-44AC-8A0A-27F426DC472A}" destId="{1C4DA241-C6A9-4F0A-B5FE-B36AB882EA80}" srcOrd="9" destOrd="0" presId="urn:microsoft.com/office/officeart/2005/8/layout/orgChart1"/>
    <dgm:cxn modelId="{F8497879-B8F7-45C8-842F-4B47F5050CB6}" type="presParOf" srcId="{1C4DA241-C6A9-4F0A-B5FE-B36AB882EA80}" destId="{B33F073A-6173-4628-AED0-721021154242}" srcOrd="0" destOrd="0" presId="urn:microsoft.com/office/officeart/2005/8/layout/orgChart1"/>
    <dgm:cxn modelId="{9F950D07-D815-4B80-9986-2BD0C22527C6}" type="presParOf" srcId="{B33F073A-6173-4628-AED0-721021154242}" destId="{47771AE4-7DE1-4508-B8CB-917C184408DE}" srcOrd="0" destOrd="0" presId="urn:microsoft.com/office/officeart/2005/8/layout/orgChart1"/>
    <dgm:cxn modelId="{644578A6-6805-4F80-8845-F6C5075E95F7}" type="presParOf" srcId="{B33F073A-6173-4628-AED0-721021154242}" destId="{5681D7EC-9A60-4C3F-A4CF-648171342B06}" srcOrd="1" destOrd="0" presId="urn:microsoft.com/office/officeart/2005/8/layout/orgChart1"/>
    <dgm:cxn modelId="{F6A61697-E7C2-4C94-8D37-B1D930151C4E}" type="presParOf" srcId="{1C4DA241-C6A9-4F0A-B5FE-B36AB882EA80}" destId="{2AC47940-04BD-4B3C-A3D3-62B4703BB925}" srcOrd="1" destOrd="0" presId="urn:microsoft.com/office/officeart/2005/8/layout/orgChart1"/>
    <dgm:cxn modelId="{A19F3148-D2D8-4DF3-A364-E68093AB575F}" type="presParOf" srcId="{1C4DA241-C6A9-4F0A-B5FE-B36AB882EA80}" destId="{C4DC0A5C-5580-4CD6-A354-92AA4F88E6C3}" srcOrd="2" destOrd="0" presId="urn:microsoft.com/office/officeart/2005/8/layout/orgChart1"/>
    <dgm:cxn modelId="{6C155B63-8C8E-44CF-B388-239B0A839637}" type="presParOf" srcId="{98D0A9E8-F11F-44AC-8A0A-27F426DC472A}" destId="{4B07B81E-9B44-4AC1-B035-3815B7BA4423}" srcOrd="10" destOrd="0" presId="urn:microsoft.com/office/officeart/2005/8/layout/orgChart1"/>
    <dgm:cxn modelId="{26C6302C-6C52-4459-9368-86418E2914C9}" type="presParOf" srcId="{98D0A9E8-F11F-44AC-8A0A-27F426DC472A}" destId="{8533D38A-7B9C-42D2-9BDE-B698C49A84F5}" srcOrd="11" destOrd="0" presId="urn:microsoft.com/office/officeart/2005/8/layout/orgChart1"/>
    <dgm:cxn modelId="{FF7AF755-A42C-4962-9709-64943462B685}" type="presParOf" srcId="{8533D38A-7B9C-42D2-9BDE-B698C49A84F5}" destId="{906660ED-3549-4A66-B981-3F7ACDF6BA0D}" srcOrd="0" destOrd="0" presId="urn:microsoft.com/office/officeart/2005/8/layout/orgChart1"/>
    <dgm:cxn modelId="{FCEB46D3-28EB-4DD7-97C5-E46CD1CB7464}" type="presParOf" srcId="{906660ED-3549-4A66-B981-3F7ACDF6BA0D}" destId="{C85BB58E-19B0-4ADD-BE86-5D870DA2167D}" srcOrd="0" destOrd="0" presId="urn:microsoft.com/office/officeart/2005/8/layout/orgChart1"/>
    <dgm:cxn modelId="{5D571A54-E1D6-480F-86C9-5BA0B7DD01F1}" type="presParOf" srcId="{906660ED-3549-4A66-B981-3F7ACDF6BA0D}" destId="{4B3CA3EA-F2A1-4579-8E19-D6F4413C1694}" srcOrd="1" destOrd="0" presId="urn:microsoft.com/office/officeart/2005/8/layout/orgChart1"/>
    <dgm:cxn modelId="{764F4D91-0C21-44A7-A05E-67648579B4DD}" type="presParOf" srcId="{8533D38A-7B9C-42D2-9BDE-B698C49A84F5}" destId="{88DD776F-2707-4A43-B01C-52F6106A1597}" srcOrd="1" destOrd="0" presId="urn:microsoft.com/office/officeart/2005/8/layout/orgChart1"/>
    <dgm:cxn modelId="{EF308E85-3F8F-4028-B06D-945FBF5246FF}" type="presParOf" srcId="{8533D38A-7B9C-42D2-9BDE-B698C49A84F5}" destId="{46F918C0-2F12-4C44-A62E-A5751BEE0156}" srcOrd="2" destOrd="0" presId="urn:microsoft.com/office/officeart/2005/8/layout/orgChart1"/>
    <dgm:cxn modelId="{6D1ADE2B-C43E-45B0-94FA-4941F916CBB1}" type="presParOf" srcId="{98D0A9E8-F11F-44AC-8A0A-27F426DC472A}" destId="{D7188328-9253-48D6-BB18-82AF841795F4}" srcOrd="12" destOrd="0" presId="urn:microsoft.com/office/officeart/2005/8/layout/orgChart1"/>
    <dgm:cxn modelId="{DD7B0493-390C-46A3-BF5F-F0415D211A2D}" type="presParOf" srcId="{98D0A9E8-F11F-44AC-8A0A-27F426DC472A}" destId="{14E3ADE1-6FB0-4F3A-9CE9-6BD9B4B7EEB0}" srcOrd="13" destOrd="0" presId="urn:microsoft.com/office/officeart/2005/8/layout/orgChart1"/>
    <dgm:cxn modelId="{68D93829-D284-4B2E-8852-A98C9C3DC750}" type="presParOf" srcId="{14E3ADE1-6FB0-4F3A-9CE9-6BD9B4B7EEB0}" destId="{382D2320-84F1-4642-B194-880BF1040E76}" srcOrd="0" destOrd="0" presId="urn:microsoft.com/office/officeart/2005/8/layout/orgChart1"/>
    <dgm:cxn modelId="{98EA1994-CE02-4FE2-829F-7EC3E3425A25}" type="presParOf" srcId="{382D2320-84F1-4642-B194-880BF1040E76}" destId="{1527B607-7F39-4576-A609-A655FC6A5E71}" srcOrd="0" destOrd="0" presId="urn:microsoft.com/office/officeart/2005/8/layout/orgChart1"/>
    <dgm:cxn modelId="{E2515199-7EE4-448D-8B39-693A5C616AED}" type="presParOf" srcId="{382D2320-84F1-4642-B194-880BF1040E76}" destId="{F0F31C35-4328-4038-8063-27E6FEBB89BF}" srcOrd="1" destOrd="0" presId="urn:microsoft.com/office/officeart/2005/8/layout/orgChart1"/>
    <dgm:cxn modelId="{77B290CE-EE9C-45AD-8820-67C72DE82872}" type="presParOf" srcId="{14E3ADE1-6FB0-4F3A-9CE9-6BD9B4B7EEB0}" destId="{CE4F8970-C522-4EE0-9935-1CBB397DD7C2}" srcOrd="1" destOrd="0" presId="urn:microsoft.com/office/officeart/2005/8/layout/orgChart1"/>
    <dgm:cxn modelId="{E9821788-5E2B-4135-80B2-8DE78E86471B}" type="presParOf" srcId="{14E3ADE1-6FB0-4F3A-9CE9-6BD9B4B7EEB0}" destId="{13F9D84E-7A96-43F4-9568-D461DEB32CF5}" srcOrd="2" destOrd="0" presId="urn:microsoft.com/office/officeart/2005/8/layout/orgChart1"/>
    <dgm:cxn modelId="{C26F1E08-05BB-4C33-A21C-4449D1394CDC}" type="presParOf" srcId="{98D0A9E8-F11F-44AC-8A0A-27F426DC472A}" destId="{1B8E5BFD-A989-408D-9513-651134559905}" srcOrd="14" destOrd="0" presId="urn:microsoft.com/office/officeart/2005/8/layout/orgChart1"/>
    <dgm:cxn modelId="{4A2E4C3E-1476-4DB3-BD14-07DBF5965E02}" type="presParOf" srcId="{98D0A9E8-F11F-44AC-8A0A-27F426DC472A}" destId="{5537FDEC-8C7B-4D03-B796-860AEBD0BB40}" srcOrd="15" destOrd="0" presId="urn:microsoft.com/office/officeart/2005/8/layout/orgChart1"/>
    <dgm:cxn modelId="{786DECC0-1B60-4400-93DF-DBE413B0C163}" type="presParOf" srcId="{5537FDEC-8C7B-4D03-B796-860AEBD0BB40}" destId="{1800E3A8-FAFF-4464-814F-71111A9B6215}" srcOrd="0" destOrd="0" presId="urn:microsoft.com/office/officeart/2005/8/layout/orgChart1"/>
    <dgm:cxn modelId="{F04C6494-6E45-44F7-B6AA-5D53F4A82033}" type="presParOf" srcId="{1800E3A8-FAFF-4464-814F-71111A9B6215}" destId="{6BCF99E6-0B71-4CDF-900D-1F69183EBDFE}" srcOrd="0" destOrd="0" presId="urn:microsoft.com/office/officeart/2005/8/layout/orgChart1"/>
    <dgm:cxn modelId="{3048B76C-7C23-47F7-B770-E1EC98099B51}" type="presParOf" srcId="{1800E3A8-FAFF-4464-814F-71111A9B6215}" destId="{B5300D49-EE1C-4B75-9038-FE1ABA4A4B4C}" srcOrd="1" destOrd="0" presId="urn:microsoft.com/office/officeart/2005/8/layout/orgChart1"/>
    <dgm:cxn modelId="{18EBD5B4-B3BE-4C48-B054-2819D947EB21}" type="presParOf" srcId="{5537FDEC-8C7B-4D03-B796-860AEBD0BB40}" destId="{4AA66C7D-7F34-4BC0-8548-CAAD696F3D4A}" srcOrd="1" destOrd="0" presId="urn:microsoft.com/office/officeart/2005/8/layout/orgChart1"/>
    <dgm:cxn modelId="{78DEF409-96E8-4E31-B537-0E7418BC8F27}" type="presParOf" srcId="{5537FDEC-8C7B-4D03-B796-860AEBD0BB40}" destId="{F75382BB-5B27-4543-92E2-88F84CCCDDC9}" srcOrd="2" destOrd="0" presId="urn:microsoft.com/office/officeart/2005/8/layout/orgChart1"/>
    <dgm:cxn modelId="{83C7BFED-B2F6-478D-AAE6-7F5E98E954AC}" type="presParOf" srcId="{98D0A9E8-F11F-44AC-8A0A-27F426DC472A}" destId="{DB656DCD-4259-4A4B-AFEE-7A4A47B0D700}" srcOrd="16" destOrd="0" presId="urn:microsoft.com/office/officeart/2005/8/layout/orgChart1"/>
    <dgm:cxn modelId="{834C86C7-2AE2-40A1-A13C-A6F28A4D1C6A}" type="presParOf" srcId="{98D0A9E8-F11F-44AC-8A0A-27F426DC472A}" destId="{C3E48840-2FD2-4107-8008-D88E74E98359}" srcOrd="17" destOrd="0" presId="urn:microsoft.com/office/officeart/2005/8/layout/orgChart1"/>
    <dgm:cxn modelId="{898A36CD-43E8-494D-8E1F-5EADC14446B2}" type="presParOf" srcId="{C3E48840-2FD2-4107-8008-D88E74E98359}" destId="{B1204AA2-431A-4422-BD32-A77DDDBAE476}" srcOrd="0" destOrd="0" presId="urn:microsoft.com/office/officeart/2005/8/layout/orgChart1"/>
    <dgm:cxn modelId="{3F80831D-B99B-433B-99E7-C50ACCD173C2}" type="presParOf" srcId="{B1204AA2-431A-4422-BD32-A77DDDBAE476}" destId="{D945B60B-0A68-4865-BEC9-61CCB42509B4}" srcOrd="0" destOrd="0" presId="urn:microsoft.com/office/officeart/2005/8/layout/orgChart1"/>
    <dgm:cxn modelId="{2F581563-A094-4886-837B-940D71F23A87}" type="presParOf" srcId="{B1204AA2-431A-4422-BD32-A77DDDBAE476}" destId="{424339BD-DEAC-4067-8439-BB271B2C4062}" srcOrd="1" destOrd="0" presId="urn:microsoft.com/office/officeart/2005/8/layout/orgChart1"/>
    <dgm:cxn modelId="{34070329-97ED-48AD-B498-236168D1AFCE}" type="presParOf" srcId="{C3E48840-2FD2-4107-8008-D88E74E98359}" destId="{2E7C6D07-2EFF-4E7A-8334-00F51792CA9D}" srcOrd="1" destOrd="0" presId="urn:microsoft.com/office/officeart/2005/8/layout/orgChart1"/>
    <dgm:cxn modelId="{2178C164-AF99-4B26-9E91-91D18B79EF8D}" type="presParOf" srcId="{C3E48840-2FD2-4107-8008-D88E74E98359}" destId="{008AD163-9050-4D87-A801-DC68C4F8E630}" srcOrd="2" destOrd="0" presId="urn:microsoft.com/office/officeart/2005/8/layout/orgChart1"/>
    <dgm:cxn modelId="{96D3B039-1211-411A-B51D-1DF74BE6BC19}" type="presParOf" srcId="{98D0A9E8-F11F-44AC-8A0A-27F426DC472A}" destId="{90A2D9FD-F2D9-4586-9FD6-F27C4A38E08A}" srcOrd="18" destOrd="0" presId="urn:microsoft.com/office/officeart/2005/8/layout/orgChart1"/>
    <dgm:cxn modelId="{BA296052-FB51-42E1-87F3-5C4D16FAE6C7}" type="presParOf" srcId="{98D0A9E8-F11F-44AC-8A0A-27F426DC472A}" destId="{0E473BDB-697C-4E4B-B520-02D23BE8E832}" srcOrd="19" destOrd="0" presId="urn:microsoft.com/office/officeart/2005/8/layout/orgChart1"/>
    <dgm:cxn modelId="{40756B78-CFBF-41A9-8498-6F25B0F4DED8}" type="presParOf" srcId="{0E473BDB-697C-4E4B-B520-02D23BE8E832}" destId="{1215C3FC-2D24-4EF9-8241-22ACC550F73F}" srcOrd="0" destOrd="0" presId="urn:microsoft.com/office/officeart/2005/8/layout/orgChart1"/>
    <dgm:cxn modelId="{1B887595-7AFC-4195-97BC-CDCABA36E470}" type="presParOf" srcId="{1215C3FC-2D24-4EF9-8241-22ACC550F73F}" destId="{2B72B8BA-CAE1-44F9-94E1-E73345D31BB9}" srcOrd="0" destOrd="0" presId="urn:microsoft.com/office/officeart/2005/8/layout/orgChart1"/>
    <dgm:cxn modelId="{B2FDF184-BC67-44A7-BCCB-7D4137596442}" type="presParOf" srcId="{1215C3FC-2D24-4EF9-8241-22ACC550F73F}" destId="{244A67FD-2B6B-409E-967A-56877451B5F5}" srcOrd="1" destOrd="0" presId="urn:microsoft.com/office/officeart/2005/8/layout/orgChart1"/>
    <dgm:cxn modelId="{97BBAD4D-43DC-45C4-A148-DA6912B36274}" type="presParOf" srcId="{0E473BDB-697C-4E4B-B520-02D23BE8E832}" destId="{DC830353-33FA-4C35-A4D6-FC1B61637653}" srcOrd="1" destOrd="0" presId="urn:microsoft.com/office/officeart/2005/8/layout/orgChart1"/>
    <dgm:cxn modelId="{A05C794E-FA63-4F88-B21A-3E97E71D01B2}" type="presParOf" srcId="{0E473BDB-697C-4E4B-B520-02D23BE8E832}" destId="{4D784B36-9FD7-4D2B-8BE9-825986A4DB04}" srcOrd="2" destOrd="0" presId="urn:microsoft.com/office/officeart/2005/8/layout/orgChart1"/>
    <dgm:cxn modelId="{2DA6C5EF-92CD-4C98-B5F7-C7ECAF3E4D93}" type="presParOf" srcId="{8E02C8F7-F045-4D93-BFA9-072B191179DA}" destId="{8321DCC4-9B5E-45EC-9044-E173898A4E87}" srcOrd="2" destOrd="0" presId="urn:microsoft.com/office/officeart/2005/8/layout/orgChart1"/>
    <dgm:cxn modelId="{F65FBCAB-3939-41BB-9BB5-F8BC2FB181D1}" type="presParOf" srcId="{E9D224BE-39F8-4375-A6AC-FF4834206E0E}" destId="{8F750174-DF5A-4308-833D-464D772984B7}" srcOrd="4" destOrd="0" presId="urn:microsoft.com/office/officeart/2005/8/layout/orgChart1"/>
    <dgm:cxn modelId="{E2E16B87-A236-4603-B231-ED2966D68F0A}" type="presParOf" srcId="{E9D224BE-39F8-4375-A6AC-FF4834206E0E}" destId="{EF445FB9-8A36-4488-BBB7-B184E78F50B7}" srcOrd="5" destOrd="0" presId="urn:microsoft.com/office/officeart/2005/8/layout/orgChart1"/>
    <dgm:cxn modelId="{6FE2B4D7-412E-4575-AB91-FA6DFF8D2A55}" type="presParOf" srcId="{EF445FB9-8A36-4488-BBB7-B184E78F50B7}" destId="{FC99DB23-8E86-4A2D-8A66-560C90FD0047}" srcOrd="0" destOrd="0" presId="urn:microsoft.com/office/officeart/2005/8/layout/orgChart1"/>
    <dgm:cxn modelId="{8FD9B239-A7A3-49B3-B2F1-A2E50D832D11}" type="presParOf" srcId="{FC99DB23-8E86-4A2D-8A66-560C90FD0047}" destId="{2AD91C4A-68CB-4322-A6E5-B8DDACB75009}" srcOrd="0" destOrd="0" presId="urn:microsoft.com/office/officeart/2005/8/layout/orgChart1"/>
    <dgm:cxn modelId="{601064DA-4289-4E82-AA34-7345C27A2873}" type="presParOf" srcId="{FC99DB23-8E86-4A2D-8A66-560C90FD0047}" destId="{DE8545EB-F8DC-4643-9FDF-BFD704FFB9BA}" srcOrd="1" destOrd="0" presId="urn:microsoft.com/office/officeart/2005/8/layout/orgChart1"/>
    <dgm:cxn modelId="{A5369866-0C06-42B7-9FA4-86DDC19B4D77}" type="presParOf" srcId="{EF445FB9-8A36-4488-BBB7-B184E78F50B7}" destId="{1B40FB5B-0A78-4C98-A36C-8EEB86E3E1DE}" srcOrd="1" destOrd="0" presId="urn:microsoft.com/office/officeart/2005/8/layout/orgChart1"/>
    <dgm:cxn modelId="{63914E09-3FC3-4903-9D70-E332334B33FE}" type="presParOf" srcId="{1B40FB5B-0A78-4C98-A36C-8EEB86E3E1DE}" destId="{D290DBDC-2046-4C47-A4E7-D6C94722310E}" srcOrd="0" destOrd="0" presId="urn:microsoft.com/office/officeart/2005/8/layout/orgChart1"/>
    <dgm:cxn modelId="{6CE3E490-5AA4-46D3-9614-F931C03287D1}" type="presParOf" srcId="{1B40FB5B-0A78-4C98-A36C-8EEB86E3E1DE}" destId="{85799A6B-6EA4-47DD-971E-1CFB3D1F52D7}" srcOrd="1" destOrd="0" presId="urn:microsoft.com/office/officeart/2005/8/layout/orgChart1"/>
    <dgm:cxn modelId="{E88FA20D-25BC-4B1A-8F35-85FDFBB02A5D}" type="presParOf" srcId="{85799A6B-6EA4-47DD-971E-1CFB3D1F52D7}" destId="{2F48EC79-695E-4069-8637-4AC9B604BD48}" srcOrd="0" destOrd="0" presId="urn:microsoft.com/office/officeart/2005/8/layout/orgChart1"/>
    <dgm:cxn modelId="{CF157DF0-2A0B-4830-8BAD-0FD6E7EDFA5E}" type="presParOf" srcId="{2F48EC79-695E-4069-8637-4AC9B604BD48}" destId="{2191D3A3-B215-4A36-976F-E300607BAC8C}" srcOrd="0" destOrd="0" presId="urn:microsoft.com/office/officeart/2005/8/layout/orgChart1"/>
    <dgm:cxn modelId="{334D29F0-0E99-43B5-802A-6CB1B7501A12}" type="presParOf" srcId="{2F48EC79-695E-4069-8637-4AC9B604BD48}" destId="{AD5866F4-58F0-43C6-9DE6-A43A73B6B72F}" srcOrd="1" destOrd="0" presId="urn:microsoft.com/office/officeart/2005/8/layout/orgChart1"/>
    <dgm:cxn modelId="{A7A6EA2A-A9C6-4BE2-8E66-CFE63104CEFE}" type="presParOf" srcId="{85799A6B-6EA4-47DD-971E-1CFB3D1F52D7}" destId="{B0F96CD9-3BC5-4602-A4B2-64E492F3CC9C}" srcOrd="1" destOrd="0" presId="urn:microsoft.com/office/officeart/2005/8/layout/orgChart1"/>
    <dgm:cxn modelId="{26E72005-5377-460C-83C6-C2C142CC3F4D}" type="presParOf" srcId="{85799A6B-6EA4-47DD-971E-1CFB3D1F52D7}" destId="{91F33949-3245-4A7B-8BFC-628AE19CF249}" srcOrd="2" destOrd="0" presId="urn:microsoft.com/office/officeart/2005/8/layout/orgChart1"/>
    <dgm:cxn modelId="{11864787-3994-4295-B9B2-705C5C8806C4}" type="presParOf" srcId="{1B40FB5B-0A78-4C98-A36C-8EEB86E3E1DE}" destId="{71C95C58-7AC3-48DE-878D-6CBAA80327BD}" srcOrd="2" destOrd="0" presId="urn:microsoft.com/office/officeart/2005/8/layout/orgChart1"/>
    <dgm:cxn modelId="{8EA48389-CB53-4600-8525-E32E5A18CD92}" type="presParOf" srcId="{1B40FB5B-0A78-4C98-A36C-8EEB86E3E1DE}" destId="{ABB7F13F-2A79-4543-BDED-10629C1352B5}" srcOrd="3" destOrd="0" presId="urn:microsoft.com/office/officeart/2005/8/layout/orgChart1"/>
    <dgm:cxn modelId="{667F09CC-05B6-46F6-B9E0-CE050D4CBE18}" type="presParOf" srcId="{ABB7F13F-2A79-4543-BDED-10629C1352B5}" destId="{276C3940-60E7-4351-B91E-4E449ADFE467}" srcOrd="0" destOrd="0" presId="urn:microsoft.com/office/officeart/2005/8/layout/orgChart1"/>
    <dgm:cxn modelId="{1F0D1965-A355-447B-9403-F0CB250D631B}" type="presParOf" srcId="{276C3940-60E7-4351-B91E-4E449ADFE467}" destId="{BABBE211-D85F-4F13-9829-E5A276F6CF2A}" srcOrd="0" destOrd="0" presId="urn:microsoft.com/office/officeart/2005/8/layout/orgChart1"/>
    <dgm:cxn modelId="{F59CC5DA-6034-44A6-BBD2-93FA29031239}" type="presParOf" srcId="{276C3940-60E7-4351-B91E-4E449ADFE467}" destId="{D6140802-9C69-4605-B257-4B0FB000F347}" srcOrd="1" destOrd="0" presId="urn:microsoft.com/office/officeart/2005/8/layout/orgChart1"/>
    <dgm:cxn modelId="{2D9FB87D-210B-488E-983A-BA2DFB1E508C}" type="presParOf" srcId="{ABB7F13F-2A79-4543-BDED-10629C1352B5}" destId="{01D45D81-03E3-4A83-B066-8E83DEEFB16E}" srcOrd="1" destOrd="0" presId="urn:microsoft.com/office/officeart/2005/8/layout/orgChart1"/>
    <dgm:cxn modelId="{6BEA1BCB-8DF1-4AB2-A808-C1E0CECE9C74}" type="presParOf" srcId="{ABB7F13F-2A79-4543-BDED-10629C1352B5}" destId="{69465EBA-D12E-4DB8-8B45-24B18707D7D6}" srcOrd="2" destOrd="0" presId="urn:microsoft.com/office/officeart/2005/8/layout/orgChart1"/>
    <dgm:cxn modelId="{3676D4AF-75E5-4D9F-AD76-9027F0216FFB}" type="presParOf" srcId="{1B40FB5B-0A78-4C98-A36C-8EEB86E3E1DE}" destId="{EB994984-C02A-4535-8443-784D6ECF7690}" srcOrd="4" destOrd="0" presId="urn:microsoft.com/office/officeart/2005/8/layout/orgChart1"/>
    <dgm:cxn modelId="{D362E2A4-B3CA-4856-B674-FAAE544C3107}" type="presParOf" srcId="{1B40FB5B-0A78-4C98-A36C-8EEB86E3E1DE}" destId="{F193828B-1CC0-408F-B341-682D0FBF5EDB}" srcOrd="5" destOrd="0" presId="urn:microsoft.com/office/officeart/2005/8/layout/orgChart1"/>
    <dgm:cxn modelId="{E75FA254-D7F1-43B1-AA83-1925CE192F3F}" type="presParOf" srcId="{F193828B-1CC0-408F-B341-682D0FBF5EDB}" destId="{F6A1A10E-3216-4114-B40E-258C65FF2AA0}" srcOrd="0" destOrd="0" presId="urn:microsoft.com/office/officeart/2005/8/layout/orgChart1"/>
    <dgm:cxn modelId="{AB47CEBD-1ACD-4393-9C87-8B9D228E09B1}" type="presParOf" srcId="{F6A1A10E-3216-4114-B40E-258C65FF2AA0}" destId="{6218759E-6B1E-421A-9C35-588C97C918B9}" srcOrd="0" destOrd="0" presId="urn:microsoft.com/office/officeart/2005/8/layout/orgChart1"/>
    <dgm:cxn modelId="{226AFA13-DDFF-4F02-9985-36145AC51714}" type="presParOf" srcId="{F6A1A10E-3216-4114-B40E-258C65FF2AA0}" destId="{59074955-C80B-412F-9617-7E30C0762726}" srcOrd="1" destOrd="0" presId="urn:microsoft.com/office/officeart/2005/8/layout/orgChart1"/>
    <dgm:cxn modelId="{9E9C525F-9D55-4F17-A28A-161F38D38BE3}" type="presParOf" srcId="{F193828B-1CC0-408F-B341-682D0FBF5EDB}" destId="{CB435F5E-4FFA-41C2-B5AC-F0F788ABF047}" srcOrd="1" destOrd="0" presId="urn:microsoft.com/office/officeart/2005/8/layout/orgChart1"/>
    <dgm:cxn modelId="{8C5B5C04-3E60-470B-B5E5-132071A2E992}" type="presParOf" srcId="{F193828B-1CC0-408F-B341-682D0FBF5EDB}" destId="{4CAC5C4D-02E4-47D5-B2AF-F08FABE19779}" srcOrd="2" destOrd="0" presId="urn:microsoft.com/office/officeart/2005/8/layout/orgChart1"/>
    <dgm:cxn modelId="{E7B7D8F5-B4A6-41EB-A5C1-44A8CEEB149F}" type="presParOf" srcId="{1B40FB5B-0A78-4C98-A36C-8EEB86E3E1DE}" destId="{BCAE1850-735E-4AFB-9E92-9F4158A46501}" srcOrd="6" destOrd="0" presId="urn:microsoft.com/office/officeart/2005/8/layout/orgChart1"/>
    <dgm:cxn modelId="{3216CB4B-54BC-4684-9AB8-DC1715451372}" type="presParOf" srcId="{1B40FB5B-0A78-4C98-A36C-8EEB86E3E1DE}" destId="{148E3CFF-3686-4F5A-8C8F-6EE4656174CC}" srcOrd="7" destOrd="0" presId="urn:microsoft.com/office/officeart/2005/8/layout/orgChart1"/>
    <dgm:cxn modelId="{5907A153-90B3-43F5-AC0B-35C90EFBC0ED}" type="presParOf" srcId="{148E3CFF-3686-4F5A-8C8F-6EE4656174CC}" destId="{95912212-449B-463C-91EF-68270B45FEC7}" srcOrd="0" destOrd="0" presId="urn:microsoft.com/office/officeart/2005/8/layout/orgChart1"/>
    <dgm:cxn modelId="{5A181E95-8E56-46A1-84C8-5B61CCB1B46F}" type="presParOf" srcId="{95912212-449B-463C-91EF-68270B45FEC7}" destId="{0C5FF27C-F629-4281-AA94-3A369DC6CC0E}" srcOrd="0" destOrd="0" presId="urn:microsoft.com/office/officeart/2005/8/layout/orgChart1"/>
    <dgm:cxn modelId="{CCDC46A5-33F6-4BB6-B58E-37864887C142}" type="presParOf" srcId="{95912212-449B-463C-91EF-68270B45FEC7}" destId="{8F84FAE8-4967-4B9E-A2AC-2D1E7572A045}" srcOrd="1" destOrd="0" presId="urn:microsoft.com/office/officeart/2005/8/layout/orgChart1"/>
    <dgm:cxn modelId="{3026C52D-B09D-426E-94B3-7DE8CE6D1331}" type="presParOf" srcId="{148E3CFF-3686-4F5A-8C8F-6EE4656174CC}" destId="{87CDDCC9-4240-44D0-B0A6-B02678472427}" srcOrd="1" destOrd="0" presId="urn:microsoft.com/office/officeart/2005/8/layout/orgChart1"/>
    <dgm:cxn modelId="{15F4679D-B7BA-46F7-9F8C-C584E2A337DD}" type="presParOf" srcId="{148E3CFF-3686-4F5A-8C8F-6EE4656174CC}" destId="{906298B7-E758-4CCF-8DF5-3DE9A7B9DEBE}" srcOrd="2" destOrd="0" presId="urn:microsoft.com/office/officeart/2005/8/layout/orgChart1"/>
    <dgm:cxn modelId="{FD475580-D56C-49F1-B2F3-8946650F091F}" type="presParOf" srcId="{EF445FB9-8A36-4488-BBB7-B184E78F50B7}" destId="{CD5348B4-1FA9-4286-856B-217959AFD7E0}" srcOrd="2" destOrd="0" presId="urn:microsoft.com/office/officeart/2005/8/layout/orgChart1"/>
    <dgm:cxn modelId="{FAFF3033-2EAA-4142-B6A5-06883A56273A}" type="presParOf" srcId="{E9D224BE-39F8-4375-A6AC-FF4834206E0E}" destId="{A5498FB6-1CE3-46FB-8E29-33577A3708D4}" srcOrd="6" destOrd="0" presId="urn:microsoft.com/office/officeart/2005/8/layout/orgChart1"/>
    <dgm:cxn modelId="{A4843EE0-3ED3-4B72-8832-5E9C96373D9D}" type="presParOf" srcId="{E9D224BE-39F8-4375-A6AC-FF4834206E0E}" destId="{CBD45D4D-C6A7-406A-95FC-07BD4ADE066A}" srcOrd="7" destOrd="0" presId="urn:microsoft.com/office/officeart/2005/8/layout/orgChart1"/>
    <dgm:cxn modelId="{21BD3B82-016B-4910-8196-66F0D19C4434}" type="presParOf" srcId="{CBD45D4D-C6A7-406A-95FC-07BD4ADE066A}" destId="{38106FEC-1F94-4C3D-89C6-9C538A83CBB1}" srcOrd="0" destOrd="0" presId="urn:microsoft.com/office/officeart/2005/8/layout/orgChart1"/>
    <dgm:cxn modelId="{8D6A91A9-735F-45EE-9DD4-7B186D873DE7}" type="presParOf" srcId="{38106FEC-1F94-4C3D-89C6-9C538A83CBB1}" destId="{7708BB9F-A2B5-4D71-803F-F652A91734F2}" srcOrd="0" destOrd="0" presId="urn:microsoft.com/office/officeart/2005/8/layout/orgChart1"/>
    <dgm:cxn modelId="{B8A104E1-D065-4892-8F29-F14E615B63CE}" type="presParOf" srcId="{38106FEC-1F94-4C3D-89C6-9C538A83CBB1}" destId="{447506C8-BCB7-4CD2-B456-6E2A098ADAD2}" srcOrd="1" destOrd="0" presId="urn:microsoft.com/office/officeart/2005/8/layout/orgChart1"/>
    <dgm:cxn modelId="{2DBE3EB2-4A30-4914-AD64-B2AE45D07841}" type="presParOf" srcId="{CBD45D4D-C6A7-406A-95FC-07BD4ADE066A}" destId="{05D24225-C1F4-46DF-8A38-C7E2B33E91D0}" srcOrd="1" destOrd="0" presId="urn:microsoft.com/office/officeart/2005/8/layout/orgChart1"/>
    <dgm:cxn modelId="{2ECAD412-5946-40E7-8ECB-9055A0DE2486}" type="presParOf" srcId="{05D24225-C1F4-46DF-8A38-C7E2B33E91D0}" destId="{AA4E0F10-672C-45AE-857E-6F24AD0BA987}" srcOrd="0" destOrd="0" presId="urn:microsoft.com/office/officeart/2005/8/layout/orgChart1"/>
    <dgm:cxn modelId="{68A4E18B-6A3E-4FCE-A307-6FC425052E98}" type="presParOf" srcId="{05D24225-C1F4-46DF-8A38-C7E2B33E91D0}" destId="{50BC318B-2E42-43EA-B5C8-935AEFD888CA}" srcOrd="1" destOrd="0" presId="urn:microsoft.com/office/officeart/2005/8/layout/orgChart1"/>
    <dgm:cxn modelId="{2EDACB30-7C36-4D93-8CAE-9700B5C475BF}" type="presParOf" srcId="{50BC318B-2E42-43EA-B5C8-935AEFD888CA}" destId="{8E28A8F6-DA9E-4D5D-BB4C-1FB46E8CB758}" srcOrd="0" destOrd="0" presId="urn:microsoft.com/office/officeart/2005/8/layout/orgChart1"/>
    <dgm:cxn modelId="{76C61957-57CF-4E94-B24B-D190ECB964DD}" type="presParOf" srcId="{8E28A8F6-DA9E-4D5D-BB4C-1FB46E8CB758}" destId="{EB24BE13-159D-4DD0-97DA-7DC2993D9235}" srcOrd="0" destOrd="0" presId="urn:microsoft.com/office/officeart/2005/8/layout/orgChart1"/>
    <dgm:cxn modelId="{9EEB06FC-E22E-420F-AF0C-2D4A7B2BE258}" type="presParOf" srcId="{8E28A8F6-DA9E-4D5D-BB4C-1FB46E8CB758}" destId="{44B15B0E-B0A4-42C2-8F4B-616A5EF2EC46}" srcOrd="1" destOrd="0" presId="urn:microsoft.com/office/officeart/2005/8/layout/orgChart1"/>
    <dgm:cxn modelId="{16DAA96B-72A0-4BFD-B3B8-DE55732C5AE7}" type="presParOf" srcId="{50BC318B-2E42-43EA-B5C8-935AEFD888CA}" destId="{7191780C-76B8-45F0-A923-944D94EFA21D}" srcOrd="1" destOrd="0" presId="urn:microsoft.com/office/officeart/2005/8/layout/orgChart1"/>
    <dgm:cxn modelId="{F9BDCB69-D905-452F-906B-9DAE16EC5A7F}" type="presParOf" srcId="{50BC318B-2E42-43EA-B5C8-935AEFD888CA}" destId="{C35D64A2-702A-490E-B8FB-25AECA84D6CD}" srcOrd="2" destOrd="0" presId="urn:microsoft.com/office/officeart/2005/8/layout/orgChart1"/>
    <dgm:cxn modelId="{483C5C68-0234-4645-AFB2-EFAA7A11141E}" type="presParOf" srcId="{05D24225-C1F4-46DF-8A38-C7E2B33E91D0}" destId="{A0C41123-BBB9-4344-9493-64983D6DAEE3}" srcOrd="2" destOrd="0" presId="urn:microsoft.com/office/officeart/2005/8/layout/orgChart1"/>
    <dgm:cxn modelId="{7C428CCC-5412-47A4-B7D8-1713AA9BBDB6}" type="presParOf" srcId="{05D24225-C1F4-46DF-8A38-C7E2B33E91D0}" destId="{006A05BB-6962-417B-99F6-AA202570EAB0}" srcOrd="3" destOrd="0" presId="urn:microsoft.com/office/officeart/2005/8/layout/orgChart1"/>
    <dgm:cxn modelId="{2A8CF8A0-6ED6-4F3A-89E6-543651704F5A}" type="presParOf" srcId="{006A05BB-6962-417B-99F6-AA202570EAB0}" destId="{B1107319-6AB8-4708-9805-A22FD7EC513D}" srcOrd="0" destOrd="0" presId="urn:microsoft.com/office/officeart/2005/8/layout/orgChart1"/>
    <dgm:cxn modelId="{B0CBF1DE-3B27-49D6-8778-A4A6DFAB45AD}" type="presParOf" srcId="{B1107319-6AB8-4708-9805-A22FD7EC513D}" destId="{370B2528-3F66-4086-A5EE-43DDEDDED020}" srcOrd="0" destOrd="0" presId="urn:microsoft.com/office/officeart/2005/8/layout/orgChart1"/>
    <dgm:cxn modelId="{FB580A1C-C923-4BE1-9A1F-4D08E39A8AEB}" type="presParOf" srcId="{B1107319-6AB8-4708-9805-A22FD7EC513D}" destId="{F33E9D5F-2C05-46C3-9E82-B859A2877549}" srcOrd="1" destOrd="0" presId="urn:microsoft.com/office/officeart/2005/8/layout/orgChart1"/>
    <dgm:cxn modelId="{88CFFF27-A324-4E3C-BD62-FE72B17B5AD8}" type="presParOf" srcId="{006A05BB-6962-417B-99F6-AA202570EAB0}" destId="{A2ADA740-5A6E-413A-B421-2A3F84DE7C5D}" srcOrd="1" destOrd="0" presId="urn:microsoft.com/office/officeart/2005/8/layout/orgChart1"/>
    <dgm:cxn modelId="{B6655A45-17CA-48A8-8875-4B2326EA55D1}" type="presParOf" srcId="{006A05BB-6962-417B-99F6-AA202570EAB0}" destId="{5AA93185-DBB5-4358-AB00-E38C51950B76}" srcOrd="2" destOrd="0" presId="urn:microsoft.com/office/officeart/2005/8/layout/orgChart1"/>
    <dgm:cxn modelId="{0271FB86-8D01-4CD8-AD3D-568407B9F2B3}" type="presParOf" srcId="{05D24225-C1F4-46DF-8A38-C7E2B33E91D0}" destId="{EDED031B-4EDF-4DDF-BFCC-46DBC8B01342}" srcOrd="4" destOrd="0" presId="urn:microsoft.com/office/officeart/2005/8/layout/orgChart1"/>
    <dgm:cxn modelId="{10B256FF-4C35-498B-9A51-785DA37711BD}" type="presParOf" srcId="{05D24225-C1F4-46DF-8A38-C7E2B33E91D0}" destId="{F4311CE5-4AFA-4EE7-B84E-D8F42768E605}" srcOrd="5" destOrd="0" presId="urn:microsoft.com/office/officeart/2005/8/layout/orgChart1"/>
    <dgm:cxn modelId="{5DCA769B-B505-4FAA-8202-DD249E3BCCC7}" type="presParOf" srcId="{F4311CE5-4AFA-4EE7-B84E-D8F42768E605}" destId="{B69CCB94-CD69-4763-AE84-EA917750F80A}" srcOrd="0" destOrd="0" presId="urn:microsoft.com/office/officeart/2005/8/layout/orgChart1"/>
    <dgm:cxn modelId="{B71A13A3-344B-4910-B314-D3EC7F23E9BD}" type="presParOf" srcId="{B69CCB94-CD69-4763-AE84-EA917750F80A}" destId="{8E82D874-25BB-4A29-BF4F-3FE47B3A4082}" srcOrd="0" destOrd="0" presId="urn:microsoft.com/office/officeart/2005/8/layout/orgChart1"/>
    <dgm:cxn modelId="{D4BCC390-18B0-47CF-AF04-6AF2A0D5785F}" type="presParOf" srcId="{B69CCB94-CD69-4763-AE84-EA917750F80A}" destId="{14415D52-AA29-4F35-A4BD-2F6178611886}" srcOrd="1" destOrd="0" presId="urn:microsoft.com/office/officeart/2005/8/layout/orgChart1"/>
    <dgm:cxn modelId="{F7CAA0C3-10D5-4365-A288-8CE8B7F94A1B}" type="presParOf" srcId="{F4311CE5-4AFA-4EE7-B84E-D8F42768E605}" destId="{38B4E688-84CA-4B35-A6EE-723F4281F0C4}" srcOrd="1" destOrd="0" presId="urn:microsoft.com/office/officeart/2005/8/layout/orgChart1"/>
    <dgm:cxn modelId="{AA704F23-DB33-4E65-96FD-2CAB55C48DE0}" type="presParOf" srcId="{F4311CE5-4AFA-4EE7-B84E-D8F42768E605}" destId="{82529D6A-840C-4CDE-B2E0-85CEB813805D}" srcOrd="2" destOrd="0" presId="urn:microsoft.com/office/officeart/2005/8/layout/orgChart1"/>
    <dgm:cxn modelId="{F08251E0-B939-4E7D-BA28-E771CB65CB06}" type="presParOf" srcId="{05D24225-C1F4-46DF-8A38-C7E2B33E91D0}" destId="{DC6562A1-DA59-4AEC-975C-A88958C6F7A6}" srcOrd="6" destOrd="0" presId="urn:microsoft.com/office/officeart/2005/8/layout/orgChart1"/>
    <dgm:cxn modelId="{A79D568A-5D88-4149-9F2E-2487ED7475E4}" type="presParOf" srcId="{05D24225-C1F4-46DF-8A38-C7E2B33E91D0}" destId="{608015CD-3ABC-4CD9-BADF-8077F50CD8F3}" srcOrd="7" destOrd="0" presId="urn:microsoft.com/office/officeart/2005/8/layout/orgChart1"/>
    <dgm:cxn modelId="{73CE10D8-D4B3-44F1-ADE6-6AC1DEE10FAF}" type="presParOf" srcId="{608015CD-3ABC-4CD9-BADF-8077F50CD8F3}" destId="{6070DC68-DF80-4A90-A5C4-18BC83FA46DF}" srcOrd="0" destOrd="0" presId="urn:microsoft.com/office/officeart/2005/8/layout/orgChart1"/>
    <dgm:cxn modelId="{5C2EF80F-5BA1-4F26-95E7-B0FF4709B714}" type="presParOf" srcId="{6070DC68-DF80-4A90-A5C4-18BC83FA46DF}" destId="{79F7109E-E131-4D2A-BFF9-76BD4131981D}" srcOrd="0" destOrd="0" presId="urn:microsoft.com/office/officeart/2005/8/layout/orgChart1"/>
    <dgm:cxn modelId="{F5A2EE86-BD30-481A-B34D-3FAB66A6A0D9}" type="presParOf" srcId="{6070DC68-DF80-4A90-A5C4-18BC83FA46DF}" destId="{F0062398-9854-43E2-9930-6E33B79FFB51}" srcOrd="1" destOrd="0" presId="urn:microsoft.com/office/officeart/2005/8/layout/orgChart1"/>
    <dgm:cxn modelId="{4C6D1FE2-21BF-44F7-8B1F-3E2BD094BC8F}" type="presParOf" srcId="{608015CD-3ABC-4CD9-BADF-8077F50CD8F3}" destId="{6D45C9C7-4F90-48C6-8B9D-13DD710C7B49}" srcOrd="1" destOrd="0" presId="urn:microsoft.com/office/officeart/2005/8/layout/orgChart1"/>
    <dgm:cxn modelId="{0FD5DF0E-6CB3-4CC8-B7B6-2D2F892C3494}" type="presParOf" srcId="{608015CD-3ABC-4CD9-BADF-8077F50CD8F3}" destId="{A3746EDC-53AF-4F3A-AFA4-2482B77480A7}" srcOrd="2" destOrd="0" presId="urn:microsoft.com/office/officeart/2005/8/layout/orgChart1"/>
    <dgm:cxn modelId="{A2F0625A-7A06-464A-9952-777C5352B65B}" type="presParOf" srcId="{CBD45D4D-C6A7-406A-95FC-07BD4ADE066A}" destId="{27B673C2-F210-4AF0-934C-95015F3B9DC8}" srcOrd="2" destOrd="0" presId="urn:microsoft.com/office/officeart/2005/8/layout/orgChart1"/>
    <dgm:cxn modelId="{53B25F11-9B16-489D-9938-E753F2A3E3A2}" type="presParOf" srcId="{1617305E-CD88-4BE7-BC55-2120FE6A8979}" destId="{A6167A07-0EBA-465F-8BFB-D62B8F11EC3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6562A1-DA59-4AEC-975C-A88958C6F7A6}">
      <dsp:nvSpPr>
        <dsp:cNvPr id="0" name=""/>
        <dsp:cNvSpPr/>
      </dsp:nvSpPr>
      <dsp:spPr>
        <a:xfrm>
          <a:off x="10321063" y="716134"/>
          <a:ext cx="95747" cy="2315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5402"/>
              </a:lnTo>
              <a:lnTo>
                <a:pt x="95747" y="23154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D031B-4EDF-4DDF-BFCC-46DBC8B01342}">
      <dsp:nvSpPr>
        <dsp:cNvPr id="0" name=""/>
        <dsp:cNvSpPr/>
      </dsp:nvSpPr>
      <dsp:spPr>
        <a:xfrm>
          <a:off x="10321063" y="716134"/>
          <a:ext cx="95747" cy="16859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5914"/>
              </a:lnTo>
              <a:lnTo>
                <a:pt x="95747" y="16859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C41123-BBB9-4344-9493-64983D6DAEE3}">
      <dsp:nvSpPr>
        <dsp:cNvPr id="0" name=""/>
        <dsp:cNvSpPr/>
      </dsp:nvSpPr>
      <dsp:spPr>
        <a:xfrm>
          <a:off x="10321063" y="716134"/>
          <a:ext cx="95747" cy="10738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3871"/>
              </a:lnTo>
              <a:lnTo>
                <a:pt x="95747" y="107387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4E0F10-672C-45AE-857E-6F24AD0BA987}">
      <dsp:nvSpPr>
        <dsp:cNvPr id="0" name=""/>
        <dsp:cNvSpPr/>
      </dsp:nvSpPr>
      <dsp:spPr>
        <a:xfrm>
          <a:off x="10321063" y="716134"/>
          <a:ext cx="95747" cy="4659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5999"/>
              </a:lnTo>
              <a:lnTo>
                <a:pt x="95747" y="4659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498FB6-1CE3-46FB-8E29-33577A3708D4}">
      <dsp:nvSpPr>
        <dsp:cNvPr id="0" name=""/>
        <dsp:cNvSpPr/>
      </dsp:nvSpPr>
      <dsp:spPr>
        <a:xfrm>
          <a:off x="7935294" y="164694"/>
          <a:ext cx="2641095" cy="3385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84"/>
              </a:lnTo>
              <a:lnTo>
                <a:pt x="2641095" y="169284"/>
              </a:lnTo>
              <a:lnTo>
                <a:pt x="2641095" y="3385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AE1850-735E-4AFB-9E92-9F4158A46501}">
      <dsp:nvSpPr>
        <dsp:cNvPr id="0" name=""/>
        <dsp:cNvSpPr/>
      </dsp:nvSpPr>
      <dsp:spPr>
        <a:xfrm>
          <a:off x="9210961" y="759696"/>
          <a:ext cx="100600" cy="2260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0993"/>
              </a:lnTo>
              <a:lnTo>
                <a:pt x="100600" y="22609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994984-C02A-4535-8443-784D6ECF7690}">
      <dsp:nvSpPr>
        <dsp:cNvPr id="0" name=""/>
        <dsp:cNvSpPr/>
      </dsp:nvSpPr>
      <dsp:spPr>
        <a:xfrm>
          <a:off x="9210961" y="759696"/>
          <a:ext cx="100600" cy="1640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0582"/>
              </a:lnTo>
              <a:lnTo>
                <a:pt x="100600" y="16405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C95C58-7AC3-48DE-878D-6CBAA80327BD}">
      <dsp:nvSpPr>
        <dsp:cNvPr id="0" name=""/>
        <dsp:cNvSpPr/>
      </dsp:nvSpPr>
      <dsp:spPr>
        <a:xfrm>
          <a:off x="9210961" y="759696"/>
          <a:ext cx="100600" cy="10498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9840"/>
              </a:lnTo>
              <a:lnTo>
                <a:pt x="100600" y="10498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90DBDC-2046-4C47-A4E7-D6C94722310E}">
      <dsp:nvSpPr>
        <dsp:cNvPr id="0" name=""/>
        <dsp:cNvSpPr/>
      </dsp:nvSpPr>
      <dsp:spPr>
        <a:xfrm>
          <a:off x="9210961" y="759696"/>
          <a:ext cx="100600" cy="467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7023"/>
              </a:lnTo>
              <a:lnTo>
                <a:pt x="100600" y="4670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50174-DF5A-4308-833D-464D772984B7}">
      <dsp:nvSpPr>
        <dsp:cNvPr id="0" name=""/>
        <dsp:cNvSpPr/>
      </dsp:nvSpPr>
      <dsp:spPr>
        <a:xfrm>
          <a:off x="7935294" y="164694"/>
          <a:ext cx="1543935" cy="3385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84"/>
              </a:lnTo>
              <a:lnTo>
                <a:pt x="1543935" y="169284"/>
              </a:lnTo>
              <a:lnTo>
                <a:pt x="1543935" y="3385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A2D9FD-F2D9-4586-9FD6-F27C4A38E08A}">
      <dsp:nvSpPr>
        <dsp:cNvPr id="0" name=""/>
        <dsp:cNvSpPr/>
      </dsp:nvSpPr>
      <dsp:spPr>
        <a:xfrm>
          <a:off x="7697963" y="713272"/>
          <a:ext cx="91440" cy="59952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95272"/>
              </a:lnTo>
              <a:lnTo>
                <a:pt x="124589" y="59952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656DCD-4259-4A4B-AFEE-7A4A47B0D700}">
      <dsp:nvSpPr>
        <dsp:cNvPr id="0" name=""/>
        <dsp:cNvSpPr/>
      </dsp:nvSpPr>
      <dsp:spPr>
        <a:xfrm>
          <a:off x="7697963" y="713272"/>
          <a:ext cx="91440" cy="53351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335128"/>
              </a:lnTo>
              <a:lnTo>
                <a:pt x="124589" y="53351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8E5BFD-A989-408D-9513-651134559905}">
      <dsp:nvSpPr>
        <dsp:cNvPr id="0" name=""/>
        <dsp:cNvSpPr/>
      </dsp:nvSpPr>
      <dsp:spPr>
        <a:xfrm>
          <a:off x="7697963" y="713272"/>
          <a:ext cx="91440" cy="47059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05910"/>
              </a:lnTo>
              <a:lnTo>
                <a:pt x="124589" y="470591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188328-9253-48D6-BB18-82AF841795F4}">
      <dsp:nvSpPr>
        <dsp:cNvPr id="0" name=""/>
        <dsp:cNvSpPr/>
      </dsp:nvSpPr>
      <dsp:spPr>
        <a:xfrm>
          <a:off x="7697963" y="713272"/>
          <a:ext cx="91440" cy="41450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45051"/>
              </a:lnTo>
              <a:lnTo>
                <a:pt x="124589" y="41450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07B81E-9B44-4AC1-B035-3815B7BA4423}">
      <dsp:nvSpPr>
        <dsp:cNvPr id="0" name=""/>
        <dsp:cNvSpPr/>
      </dsp:nvSpPr>
      <dsp:spPr>
        <a:xfrm>
          <a:off x="7697963" y="713272"/>
          <a:ext cx="91440" cy="358680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86808"/>
              </a:lnTo>
              <a:lnTo>
                <a:pt x="124589" y="35868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DE39C2-8104-4352-9E89-C1B9E0229FDF}">
      <dsp:nvSpPr>
        <dsp:cNvPr id="0" name=""/>
        <dsp:cNvSpPr/>
      </dsp:nvSpPr>
      <dsp:spPr>
        <a:xfrm>
          <a:off x="7697963" y="713272"/>
          <a:ext cx="91440" cy="29728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72870"/>
              </a:lnTo>
              <a:lnTo>
                <a:pt x="124589" y="297287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B771B4-F670-4C21-A72E-D93BE20244E5}">
      <dsp:nvSpPr>
        <dsp:cNvPr id="0" name=""/>
        <dsp:cNvSpPr/>
      </dsp:nvSpPr>
      <dsp:spPr>
        <a:xfrm>
          <a:off x="7697963" y="713272"/>
          <a:ext cx="91440" cy="23402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40258"/>
              </a:lnTo>
              <a:lnTo>
                <a:pt x="124589" y="23402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021446-5F58-4628-BFF1-D499C1327F0A}">
      <dsp:nvSpPr>
        <dsp:cNvPr id="0" name=""/>
        <dsp:cNvSpPr/>
      </dsp:nvSpPr>
      <dsp:spPr>
        <a:xfrm>
          <a:off x="7697963" y="713272"/>
          <a:ext cx="91440" cy="173739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7397"/>
              </a:lnTo>
              <a:lnTo>
                <a:pt x="124589" y="173739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434DC2-1D8D-4F48-B81C-09DE07AF4086}">
      <dsp:nvSpPr>
        <dsp:cNvPr id="0" name=""/>
        <dsp:cNvSpPr/>
      </dsp:nvSpPr>
      <dsp:spPr>
        <a:xfrm>
          <a:off x="7697963" y="713272"/>
          <a:ext cx="91440" cy="11345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34535"/>
              </a:lnTo>
              <a:lnTo>
                <a:pt x="124589" y="11345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9F8E35-2D83-4122-9238-F0AF5A540D74}">
      <dsp:nvSpPr>
        <dsp:cNvPr id="0" name=""/>
        <dsp:cNvSpPr/>
      </dsp:nvSpPr>
      <dsp:spPr>
        <a:xfrm>
          <a:off x="7697963" y="713272"/>
          <a:ext cx="91440" cy="5011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1194"/>
              </a:lnTo>
              <a:lnTo>
                <a:pt x="124589" y="5011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63FF2-F322-4BB0-AA19-8090466A5B25}">
      <dsp:nvSpPr>
        <dsp:cNvPr id="0" name=""/>
        <dsp:cNvSpPr/>
      </dsp:nvSpPr>
      <dsp:spPr>
        <a:xfrm>
          <a:off x="7889574" y="164694"/>
          <a:ext cx="91440" cy="3385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9284"/>
              </a:lnTo>
              <a:lnTo>
                <a:pt x="64427" y="169284"/>
              </a:lnTo>
              <a:lnTo>
                <a:pt x="64427" y="3385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C09F66-B7FE-40D4-A2EF-02190FC54B18}">
      <dsp:nvSpPr>
        <dsp:cNvPr id="0" name=""/>
        <dsp:cNvSpPr/>
      </dsp:nvSpPr>
      <dsp:spPr>
        <a:xfrm>
          <a:off x="6348243" y="1324421"/>
          <a:ext cx="91440" cy="25283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28382"/>
              </a:lnTo>
              <a:lnTo>
                <a:pt x="133223" y="25283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13A39-B776-4F93-B07C-3F315884CCC7}">
      <dsp:nvSpPr>
        <dsp:cNvPr id="0" name=""/>
        <dsp:cNvSpPr/>
      </dsp:nvSpPr>
      <dsp:spPr>
        <a:xfrm>
          <a:off x="6348243" y="1324421"/>
          <a:ext cx="91440" cy="18648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64884"/>
              </a:lnTo>
              <a:lnTo>
                <a:pt x="133223" y="18648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D15016-F008-4D3D-9A85-D7F5AE9EB281}">
      <dsp:nvSpPr>
        <dsp:cNvPr id="0" name=""/>
        <dsp:cNvSpPr/>
      </dsp:nvSpPr>
      <dsp:spPr>
        <a:xfrm>
          <a:off x="6348243" y="1324421"/>
          <a:ext cx="91440" cy="11912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91241"/>
              </a:lnTo>
              <a:lnTo>
                <a:pt x="133223" y="11912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D47C87-1AEC-402E-9B40-79C2861829D6}">
      <dsp:nvSpPr>
        <dsp:cNvPr id="0" name=""/>
        <dsp:cNvSpPr/>
      </dsp:nvSpPr>
      <dsp:spPr>
        <a:xfrm>
          <a:off x="6348243" y="1324421"/>
          <a:ext cx="91440" cy="5131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3161"/>
              </a:lnTo>
              <a:lnTo>
                <a:pt x="133223" y="51316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A612F2-F99D-4B58-8E33-2CB956D1D9D5}">
      <dsp:nvSpPr>
        <dsp:cNvPr id="0" name=""/>
        <dsp:cNvSpPr/>
      </dsp:nvSpPr>
      <dsp:spPr>
        <a:xfrm>
          <a:off x="5378849" y="820856"/>
          <a:ext cx="1248455" cy="3385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9284"/>
              </a:lnTo>
              <a:lnTo>
                <a:pt x="1248455" y="169284"/>
              </a:lnTo>
              <a:lnTo>
                <a:pt x="1248455" y="3385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59B497-3851-4E33-A903-83766CF897CC}">
      <dsp:nvSpPr>
        <dsp:cNvPr id="0" name=""/>
        <dsp:cNvSpPr/>
      </dsp:nvSpPr>
      <dsp:spPr>
        <a:xfrm>
          <a:off x="5168911" y="1352852"/>
          <a:ext cx="91440" cy="168405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84056"/>
              </a:lnTo>
              <a:lnTo>
                <a:pt x="114086" y="16840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74372C-CD9D-4A7A-87E4-2675646BFC9D}">
      <dsp:nvSpPr>
        <dsp:cNvPr id="0" name=""/>
        <dsp:cNvSpPr/>
      </dsp:nvSpPr>
      <dsp:spPr>
        <a:xfrm>
          <a:off x="5168911" y="1352852"/>
          <a:ext cx="91440" cy="10765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76567"/>
              </a:lnTo>
              <a:lnTo>
                <a:pt x="114086" y="10765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BD8663-3E3F-4B46-980F-3C678C2C96A8}">
      <dsp:nvSpPr>
        <dsp:cNvPr id="0" name=""/>
        <dsp:cNvSpPr/>
      </dsp:nvSpPr>
      <dsp:spPr>
        <a:xfrm>
          <a:off x="5168911" y="1352852"/>
          <a:ext cx="91440" cy="4782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8260"/>
              </a:lnTo>
              <a:lnTo>
                <a:pt x="114086" y="47826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6BAC53-7758-497D-B651-1872358AE7D7}">
      <dsp:nvSpPr>
        <dsp:cNvPr id="0" name=""/>
        <dsp:cNvSpPr/>
      </dsp:nvSpPr>
      <dsp:spPr>
        <a:xfrm>
          <a:off x="5333129" y="820856"/>
          <a:ext cx="91440" cy="3385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9284"/>
              </a:lnTo>
              <a:lnTo>
                <a:pt x="63813" y="169284"/>
              </a:lnTo>
              <a:lnTo>
                <a:pt x="63813" y="3385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C9D443-E1C1-4E74-8B31-216831AD2244}">
      <dsp:nvSpPr>
        <dsp:cNvPr id="0" name=""/>
        <dsp:cNvSpPr/>
      </dsp:nvSpPr>
      <dsp:spPr>
        <a:xfrm>
          <a:off x="3851332" y="1358326"/>
          <a:ext cx="91440" cy="27448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44872"/>
              </a:lnTo>
              <a:lnTo>
                <a:pt x="133223" y="27448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263A9-2B31-48AC-BD80-8073BCB112F0}">
      <dsp:nvSpPr>
        <dsp:cNvPr id="0" name=""/>
        <dsp:cNvSpPr/>
      </dsp:nvSpPr>
      <dsp:spPr>
        <a:xfrm>
          <a:off x="3851332" y="1358326"/>
          <a:ext cx="91440" cy="19786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978691"/>
              </a:lnTo>
              <a:lnTo>
                <a:pt x="133223" y="19786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068CF5-1CC4-4F2E-856D-BC8AA2CCCDFE}">
      <dsp:nvSpPr>
        <dsp:cNvPr id="0" name=""/>
        <dsp:cNvSpPr/>
      </dsp:nvSpPr>
      <dsp:spPr>
        <a:xfrm>
          <a:off x="3851332" y="1358326"/>
          <a:ext cx="91440" cy="12145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14550"/>
              </a:lnTo>
              <a:lnTo>
                <a:pt x="133223" y="12145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CAFBA-C038-49A9-9D6D-FCB6B5C0E390}">
      <dsp:nvSpPr>
        <dsp:cNvPr id="0" name=""/>
        <dsp:cNvSpPr/>
      </dsp:nvSpPr>
      <dsp:spPr>
        <a:xfrm>
          <a:off x="3851332" y="1358326"/>
          <a:ext cx="91440" cy="4975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7546"/>
              </a:lnTo>
              <a:lnTo>
                <a:pt x="133223" y="4975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01CFD8-B4B7-44BE-A5FB-EABBAD4F6BDD}">
      <dsp:nvSpPr>
        <dsp:cNvPr id="0" name=""/>
        <dsp:cNvSpPr/>
      </dsp:nvSpPr>
      <dsp:spPr>
        <a:xfrm>
          <a:off x="4130393" y="820856"/>
          <a:ext cx="1248455" cy="338568"/>
        </a:xfrm>
        <a:custGeom>
          <a:avLst/>
          <a:gdLst/>
          <a:ahLst/>
          <a:cxnLst/>
          <a:rect l="0" t="0" r="0" b="0"/>
          <a:pathLst>
            <a:path>
              <a:moveTo>
                <a:pt x="1248455" y="0"/>
              </a:moveTo>
              <a:lnTo>
                <a:pt x="1248455" y="169284"/>
              </a:lnTo>
              <a:lnTo>
                <a:pt x="0" y="169284"/>
              </a:lnTo>
              <a:lnTo>
                <a:pt x="0" y="3385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CC529A-8DB4-45C1-96BD-8595A19F2201}">
      <dsp:nvSpPr>
        <dsp:cNvPr id="0" name=""/>
        <dsp:cNvSpPr/>
      </dsp:nvSpPr>
      <dsp:spPr>
        <a:xfrm>
          <a:off x="5378849" y="164694"/>
          <a:ext cx="2556445" cy="338568"/>
        </a:xfrm>
        <a:custGeom>
          <a:avLst/>
          <a:gdLst/>
          <a:ahLst/>
          <a:cxnLst/>
          <a:rect l="0" t="0" r="0" b="0"/>
          <a:pathLst>
            <a:path>
              <a:moveTo>
                <a:pt x="2556445" y="0"/>
              </a:moveTo>
              <a:lnTo>
                <a:pt x="2556445" y="169284"/>
              </a:lnTo>
              <a:lnTo>
                <a:pt x="0" y="169284"/>
              </a:lnTo>
              <a:lnTo>
                <a:pt x="0" y="3385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703866-C259-4DD4-9B68-4F1267834504}">
      <dsp:nvSpPr>
        <dsp:cNvPr id="0" name=""/>
        <dsp:cNvSpPr/>
      </dsp:nvSpPr>
      <dsp:spPr>
        <a:xfrm>
          <a:off x="7078353" y="2439"/>
          <a:ext cx="1713882" cy="1622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sistema_mantenimiento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78353" y="2439"/>
        <a:ext cx="1713882" cy="162254"/>
      </dsp:txXfrm>
    </dsp:sp>
    <dsp:sp modelId="{9D61BB89-EB87-4876-AB71-D86A0089942F}">
      <dsp:nvSpPr>
        <dsp:cNvPr id="0" name=""/>
        <dsp:cNvSpPr/>
      </dsp:nvSpPr>
      <dsp:spPr>
        <a:xfrm>
          <a:off x="4975042" y="503263"/>
          <a:ext cx="807615" cy="3175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procesos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75042" y="503263"/>
        <a:ext cx="807615" cy="317593"/>
      </dsp:txXfrm>
    </dsp:sp>
    <dsp:sp modelId="{0252B5AB-E002-4818-99C6-A7921E0E547D}">
      <dsp:nvSpPr>
        <dsp:cNvPr id="0" name=""/>
        <dsp:cNvSpPr/>
      </dsp:nvSpPr>
      <dsp:spPr>
        <a:xfrm>
          <a:off x="3838717" y="1159425"/>
          <a:ext cx="583353" cy="1989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inventario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38717" y="1159425"/>
        <a:ext cx="583353" cy="198901"/>
      </dsp:txXfrm>
    </dsp:sp>
    <dsp:sp modelId="{A546367D-DBF5-4219-9D49-9950F1F9BD63}">
      <dsp:nvSpPr>
        <dsp:cNvPr id="0" name=""/>
        <dsp:cNvSpPr/>
      </dsp:nvSpPr>
      <dsp:spPr>
        <a:xfrm>
          <a:off x="3984555" y="1696895"/>
          <a:ext cx="859883" cy="3179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eliminaInventario.php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4555" y="1696895"/>
        <a:ext cx="859883" cy="317956"/>
      </dsp:txXfrm>
    </dsp:sp>
    <dsp:sp modelId="{6591C24C-8D19-4387-890E-878682BACF1D}">
      <dsp:nvSpPr>
        <dsp:cNvPr id="0" name=""/>
        <dsp:cNvSpPr/>
      </dsp:nvSpPr>
      <dsp:spPr>
        <a:xfrm>
          <a:off x="3984555" y="2353419"/>
          <a:ext cx="859883" cy="4389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agregaInventario.php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4555" y="2353419"/>
        <a:ext cx="859883" cy="438913"/>
      </dsp:txXfrm>
    </dsp:sp>
    <dsp:sp modelId="{3DFD6D02-5BA5-446F-99E0-2832CE1698ED}">
      <dsp:nvSpPr>
        <dsp:cNvPr id="0" name=""/>
        <dsp:cNvSpPr/>
      </dsp:nvSpPr>
      <dsp:spPr>
        <a:xfrm>
          <a:off x="3984555" y="3130902"/>
          <a:ext cx="959874" cy="412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obtenDatosInventario.php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4555" y="3130902"/>
        <a:ext cx="959874" cy="412231"/>
      </dsp:txXfrm>
    </dsp:sp>
    <dsp:sp modelId="{E583F75C-AF0D-4B08-9C01-27A2DC3EA7F7}">
      <dsp:nvSpPr>
        <dsp:cNvPr id="0" name=""/>
        <dsp:cNvSpPr/>
      </dsp:nvSpPr>
      <dsp:spPr>
        <a:xfrm>
          <a:off x="3984555" y="3881702"/>
          <a:ext cx="859883" cy="4429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actualizaInventario.php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84555" y="3881702"/>
        <a:ext cx="859883" cy="442992"/>
      </dsp:txXfrm>
    </dsp:sp>
    <dsp:sp modelId="{59AF48C7-6EB4-4086-8E57-C80F5B5C9796}">
      <dsp:nvSpPr>
        <dsp:cNvPr id="0" name=""/>
        <dsp:cNvSpPr/>
      </dsp:nvSpPr>
      <dsp:spPr>
        <a:xfrm>
          <a:off x="5169053" y="1159425"/>
          <a:ext cx="455777" cy="193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tareas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69053" y="1159425"/>
        <a:ext cx="455777" cy="193427"/>
      </dsp:txXfrm>
    </dsp:sp>
    <dsp:sp modelId="{C774AFB6-8627-41CD-A741-D4BAF9DA428C}">
      <dsp:nvSpPr>
        <dsp:cNvPr id="0" name=""/>
        <dsp:cNvSpPr/>
      </dsp:nvSpPr>
      <dsp:spPr>
        <a:xfrm>
          <a:off x="5282998" y="1691421"/>
          <a:ext cx="729405" cy="2793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agregaTareas.php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82998" y="1691421"/>
        <a:ext cx="729405" cy="279383"/>
      </dsp:txXfrm>
    </dsp:sp>
    <dsp:sp modelId="{5CC87DF7-FC7F-45C4-838D-1FD8134AB396}">
      <dsp:nvSpPr>
        <dsp:cNvPr id="0" name=""/>
        <dsp:cNvSpPr/>
      </dsp:nvSpPr>
      <dsp:spPr>
        <a:xfrm>
          <a:off x="5282998" y="2309373"/>
          <a:ext cx="772903" cy="2400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eliminaTarea.php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82998" y="2309373"/>
        <a:ext cx="772903" cy="240093"/>
      </dsp:txXfrm>
    </dsp:sp>
    <dsp:sp modelId="{49BBA82B-0BDE-43BA-9B99-CDEAA30C56BB}">
      <dsp:nvSpPr>
        <dsp:cNvPr id="0" name=""/>
        <dsp:cNvSpPr/>
      </dsp:nvSpPr>
      <dsp:spPr>
        <a:xfrm>
          <a:off x="5282998" y="2888035"/>
          <a:ext cx="859899" cy="2977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obtenDatosTareas.php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82998" y="2888035"/>
        <a:ext cx="859899" cy="297746"/>
      </dsp:txXfrm>
    </dsp:sp>
    <dsp:sp modelId="{B1A4E97B-4270-4957-9E91-884E1A619F5C}">
      <dsp:nvSpPr>
        <dsp:cNvPr id="0" name=""/>
        <dsp:cNvSpPr/>
      </dsp:nvSpPr>
      <dsp:spPr>
        <a:xfrm>
          <a:off x="6335628" y="1159425"/>
          <a:ext cx="583353" cy="1649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usuarios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35628" y="1159425"/>
        <a:ext cx="583353" cy="164995"/>
      </dsp:txXfrm>
    </dsp:sp>
    <dsp:sp modelId="{671AD447-CA81-4AC3-9430-3F283EEB86BC}">
      <dsp:nvSpPr>
        <dsp:cNvPr id="0" name=""/>
        <dsp:cNvSpPr/>
      </dsp:nvSpPr>
      <dsp:spPr>
        <a:xfrm>
          <a:off x="6481466" y="1662989"/>
          <a:ext cx="956988" cy="349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agregaDatosUsuarios.php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81466" y="1662989"/>
        <a:ext cx="956988" cy="349185"/>
      </dsp:txXfrm>
    </dsp:sp>
    <dsp:sp modelId="{716F9CF9-BD18-4434-8AB8-538D2FEAD6ED}">
      <dsp:nvSpPr>
        <dsp:cNvPr id="0" name=""/>
        <dsp:cNvSpPr/>
      </dsp:nvSpPr>
      <dsp:spPr>
        <a:xfrm>
          <a:off x="6481466" y="2350743"/>
          <a:ext cx="1002517" cy="3298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eliminaUsuarios.php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81466" y="2350743"/>
        <a:ext cx="1002517" cy="329838"/>
      </dsp:txXfrm>
    </dsp:sp>
    <dsp:sp modelId="{69DAF7B5-EAF9-4732-B650-9196EE742FC5}">
      <dsp:nvSpPr>
        <dsp:cNvPr id="0" name=""/>
        <dsp:cNvSpPr/>
      </dsp:nvSpPr>
      <dsp:spPr>
        <a:xfrm>
          <a:off x="6481466" y="3019150"/>
          <a:ext cx="918278" cy="3403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obtenDatosUsuarios.php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81466" y="3019150"/>
        <a:ext cx="918278" cy="340309"/>
      </dsp:txXfrm>
    </dsp:sp>
    <dsp:sp modelId="{B8AB63D9-3FF1-4289-8F65-7F42BB2B67CD}">
      <dsp:nvSpPr>
        <dsp:cNvPr id="0" name=""/>
        <dsp:cNvSpPr/>
      </dsp:nvSpPr>
      <dsp:spPr>
        <a:xfrm>
          <a:off x="6481466" y="3698029"/>
          <a:ext cx="918278" cy="3095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actualizaUsuarios.php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481466" y="3698029"/>
        <a:ext cx="918278" cy="309548"/>
      </dsp:txXfrm>
    </dsp:sp>
    <dsp:sp modelId="{54A325B1-E3C1-41FB-9F8B-858E27F2F0D2}">
      <dsp:nvSpPr>
        <dsp:cNvPr id="0" name=""/>
        <dsp:cNvSpPr/>
      </dsp:nvSpPr>
      <dsp:spPr>
        <a:xfrm>
          <a:off x="7691104" y="503263"/>
          <a:ext cx="525797" cy="2100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vistas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691104" y="503263"/>
        <a:ext cx="525797" cy="210009"/>
      </dsp:txXfrm>
    </dsp:sp>
    <dsp:sp modelId="{3EE02CB0-025C-4815-A66A-220A16DF0B49}">
      <dsp:nvSpPr>
        <dsp:cNvPr id="0" name=""/>
        <dsp:cNvSpPr/>
      </dsp:nvSpPr>
      <dsp:spPr>
        <a:xfrm>
          <a:off x="7822553" y="1051841"/>
          <a:ext cx="1150440" cy="325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dependencias.php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1051841"/>
        <a:ext cx="1150440" cy="325251"/>
      </dsp:txXfrm>
    </dsp:sp>
    <dsp:sp modelId="{B3EBCDDD-7BB7-4EF6-9FD2-A4684BE56C03}">
      <dsp:nvSpPr>
        <dsp:cNvPr id="0" name=""/>
        <dsp:cNvSpPr/>
      </dsp:nvSpPr>
      <dsp:spPr>
        <a:xfrm>
          <a:off x="7822553" y="1715661"/>
          <a:ext cx="935045" cy="264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tablaUsuarios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1715661"/>
        <a:ext cx="935045" cy="264293"/>
      </dsp:txXfrm>
    </dsp:sp>
    <dsp:sp modelId="{6033EA52-8B1C-470C-A773-2DAF74922CAE}">
      <dsp:nvSpPr>
        <dsp:cNvPr id="0" name=""/>
        <dsp:cNvSpPr/>
      </dsp:nvSpPr>
      <dsp:spPr>
        <a:xfrm>
          <a:off x="7822553" y="2318523"/>
          <a:ext cx="935045" cy="264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tablaTareas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2318523"/>
        <a:ext cx="935045" cy="264293"/>
      </dsp:txXfrm>
    </dsp:sp>
    <dsp:sp modelId="{A36CE3BE-54BD-4A11-8AEA-F6067FDF85DF}">
      <dsp:nvSpPr>
        <dsp:cNvPr id="0" name=""/>
        <dsp:cNvSpPr/>
      </dsp:nvSpPr>
      <dsp:spPr>
        <a:xfrm>
          <a:off x="7822553" y="2921384"/>
          <a:ext cx="935045" cy="264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tablaInventario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2921384"/>
        <a:ext cx="935045" cy="264293"/>
      </dsp:txXfrm>
    </dsp:sp>
    <dsp:sp modelId="{47771AE4-7DE1-4508-B8CB-917C184408DE}">
      <dsp:nvSpPr>
        <dsp:cNvPr id="0" name=""/>
        <dsp:cNvSpPr/>
      </dsp:nvSpPr>
      <dsp:spPr>
        <a:xfrm>
          <a:off x="7822553" y="3524246"/>
          <a:ext cx="919761" cy="323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usuarios.php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3524246"/>
        <a:ext cx="919761" cy="323792"/>
      </dsp:txXfrm>
    </dsp:sp>
    <dsp:sp modelId="{C85BB58E-19B0-4ADD-BE86-5D870DA2167D}">
      <dsp:nvSpPr>
        <dsp:cNvPr id="0" name=""/>
        <dsp:cNvSpPr/>
      </dsp:nvSpPr>
      <dsp:spPr>
        <a:xfrm>
          <a:off x="7822553" y="4186607"/>
          <a:ext cx="640055" cy="2269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menu.php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4186607"/>
        <a:ext cx="640055" cy="226945"/>
      </dsp:txXfrm>
    </dsp:sp>
    <dsp:sp modelId="{1527B607-7F39-4576-A609-A655FC6A5E71}">
      <dsp:nvSpPr>
        <dsp:cNvPr id="0" name=""/>
        <dsp:cNvSpPr/>
      </dsp:nvSpPr>
      <dsp:spPr>
        <a:xfrm>
          <a:off x="7822553" y="4752122"/>
          <a:ext cx="704883" cy="2124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tareas.php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4752122"/>
        <a:ext cx="704883" cy="212403"/>
      </dsp:txXfrm>
    </dsp:sp>
    <dsp:sp modelId="{6BCF99E6-0B71-4CDF-900D-1F69183EBDFE}">
      <dsp:nvSpPr>
        <dsp:cNvPr id="0" name=""/>
        <dsp:cNvSpPr/>
      </dsp:nvSpPr>
      <dsp:spPr>
        <a:xfrm>
          <a:off x="7822553" y="5303094"/>
          <a:ext cx="792589" cy="2321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index.php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5303094"/>
        <a:ext cx="792589" cy="232177"/>
      </dsp:txXfrm>
    </dsp:sp>
    <dsp:sp modelId="{D945B60B-0A68-4865-BEC9-61CCB42509B4}">
      <dsp:nvSpPr>
        <dsp:cNvPr id="0" name=""/>
        <dsp:cNvSpPr/>
      </dsp:nvSpPr>
      <dsp:spPr>
        <a:xfrm>
          <a:off x="7822553" y="5873840"/>
          <a:ext cx="868331" cy="349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inventario.php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5873840"/>
        <a:ext cx="868331" cy="349120"/>
      </dsp:txXfrm>
    </dsp:sp>
    <dsp:sp modelId="{2B72B8BA-CAE1-44F9-94E1-E73345D31BB9}">
      <dsp:nvSpPr>
        <dsp:cNvPr id="0" name=""/>
        <dsp:cNvSpPr/>
      </dsp:nvSpPr>
      <dsp:spPr>
        <a:xfrm>
          <a:off x="7822553" y="6561529"/>
          <a:ext cx="1313597" cy="29403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exportarInventario.php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22553" y="6561529"/>
        <a:ext cx="1313597" cy="294030"/>
      </dsp:txXfrm>
    </dsp:sp>
    <dsp:sp modelId="{2AD91C4A-68CB-4322-A6E5-B8DDACB75009}">
      <dsp:nvSpPr>
        <dsp:cNvPr id="0" name=""/>
        <dsp:cNvSpPr/>
      </dsp:nvSpPr>
      <dsp:spPr>
        <a:xfrm>
          <a:off x="9143893" y="503263"/>
          <a:ext cx="670672" cy="25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librerias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143893" y="503263"/>
        <a:ext cx="670672" cy="256433"/>
      </dsp:txXfrm>
    </dsp:sp>
    <dsp:sp modelId="{2191D3A3-B215-4A36-976F-E300607BAC8C}">
      <dsp:nvSpPr>
        <dsp:cNvPr id="0" name=""/>
        <dsp:cNvSpPr/>
      </dsp:nvSpPr>
      <dsp:spPr>
        <a:xfrm>
          <a:off x="9311561" y="1098265"/>
          <a:ext cx="517768" cy="2569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alertifyjs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311561" y="1098265"/>
        <a:ext cx="517768" cy="256909"/>
      </dsp:txXfrm>
    </dsp:sp>
    <dsp:sp modelId="{BABBE211-D85F-4F13-9829-E5A276F6CF2A}">
      <dsp:nvSpPr>
        <dsp:cNvPr id="0" name=""/>
        <dsp:cNvSpPr/>
      </dsp:nvSpPr>
      <dsp:spPr>
        <a:xfrm>
          <a:off x="9311561" y="1693743"/>
          <a:ext cx="527715" cy="2315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select2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311561" y="1693743"/>
        <a:ext cx="527715" cy="231588"/>
      </dsp:txXfrm>
    </dsp:sp>
    <dsp:sp modelId="{6218759E-6B1E-421A-9C35-588C97C918B9}">
      <dsp:nvSpPr>
        <dsp:cNvPr id="0" name=""/>
        <dsp:cNvSpPr/>
      </dsp:nvSpPr>
      <dsp:spPr>
        <a:xfrm>
          <a:off x="9311561" y="2263900"/>
          <a:ext cx="527715" cy="2727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bootstrap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311561" y="2263900"/>
        <a:ext cx="527715" cy="272757"/>
      </dsp:txXfrm>
    </dsp:sp>
    <dsp:sp modelId="{0C5FF27C-F629-4281-AA94-3A369DC6CC0E}">
      <dsp:nvSpPr>
        <dsp:cNvPr id="0" name=""/>
        <dsp:cNvSpPr/>
      </dsp:nvSpPr>
      <dsp:spPr>
        <a:xfrm>
          <a:off x="9311561" y="2875226"/>
          <a:ext cx="766680" cy="2909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jquery-3.2.1.min.js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311561" y="2875226"/>
        <a:ext cx="766680" cy="290927"/>
      </dsp:txXfrm>
    </dsp:sp>
    <dsp:sp modelId="{7708BB9F-A2B5-4D71-803F-F652A91734F2}">
      <dsp:nvSpPr>
        <dsp:cNvPr id="0" name=""/>
        <dsp:cNvSpPr/>
      </dsp:nvSpPr>
      <dsp:spPr>
        <a:xfrm>
          <a:off x="10257232" y="503263"/>
          <a:ext cx="638314" cy="2128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clases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257232" y="503263"/>
        <a:ext cx="638314" cy="212870"/>
      </dsp:txXfrm>
    </dsp:sp>
    <dsp:sp modelId="{EB24BE13-159D-4DD0-97DA-7DC2993D9235}">
      <dsp:nvSpPr>
        <dsp:cNvPr id="0" name=""/>
        <dsp:cNvSpPr/>
      </dsp:nvSpPr>
      <dsp:spPr>
        <a:xfrm>
          <a:off x="10416811" y="1054702"/>
          <a:ext cx="689196" cy="2548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Conexion.php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416811" y="1054702"/>
        <a:ext cx="689196" cy="254861"/>
      </dsp:txXfrm>
    </dsp:sp>
    <dsp:sp modelId="{370B2528-3F66-4086-A5EE-43DDEDDED020}">
      <dsp:nvSpPr>
        <dsp:cNvPr id="0" name=""/>
        <dsp:cNvSpPr/>
      </dsp:nvSpPr>
      <dsp:spPr>
        <a:xfrm>
          <a:off x="10416811" y="1648133"/>
          <a:ext cx="670107" cy="2837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Tareas.php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416811" y="1648133"/>
        <a:ext cx="670107" cy="283744"/>
      </dsp:txXfrm>
    </dsp:sp>
    <dsp:sp modelId="{8E82D874-25BB-4A29-BF4F-3FE47B3A4082}">
      <dsp:nvSpPr>
        <dsp:cNvPr id="0" name=""/>
        <dsp:cNvSpPr/>
      </dsp:nvSpPr>
      <dsp:spPr>
        <a:xfrm>
          <a:off x="10416811" y="2270446"/>
          <a:ext cx="569665" cy="2632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Usuarios.php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416811" y="2270446"/>
        <a:ext cx="569665" cy="263204"/>
      </dsp:txXfrm>
    </dsp:sp>
    <dsp:sp modelId="{79F7109E-E131-4D2A-BFF9-76BD4131981D}">
      <dsp:nvSpPr>
        <dsp:cNvPr id="0" name=""/>
        <dsp:cNvSpPr/>
      </dsp:nvSpPr>
      <dsp:spPr>
        <a:xfrm>
          <a:off x="10416811" y="2872219"/>
          <a:ext cx="599330" cy="3186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000" b="1" kern="1200" dirty="0" smtClean="0">
              <a:latin typeface="Arial" panose="020B0604020202020204" pitchFamily="34" charset="0"/>
              <a:cs typeface="Arial" panose="020B0604020202020204" pitchFamily="34" charset="0"/>
            </a:rPr>
            <a:t>Inventario.php</a:t>
          </a:r>
          <a:endParaRPr lang="es-MX" sz="1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416811" y="2872219"/>
        <a:ext cx="599330" cy="3186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110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312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2616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179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773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175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4197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932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06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488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482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5F60E-6208-4DC6-AF7D-CE3F0D39A42E}" type="datetimeFigureOut">
              <a:rPr lang="es-MX" smtClean="0"/>
              <a:t>09/06/2025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A6810-31B1-4411-9DEF-AD6030CE51B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349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Diagrama 23"/>
          <p:cNvGraphicFramePr/>
          <p:nvPr>
            <p:extLst>
              <p:ext uri="{D42A27DB-BD31-4B8C-83A1-F6EECF244321}">
                <p14:modId xmlns:p14="http://schemas.microsoft.com/office/powerpoint/2010/main" val="1747738583"/>
              </p:ext>
            </p:extLst>
          </p:nvPr>
        </p:nvGraphicFramePr>
        <p:xfrm>
          <a:off x="-1762125" y="0"/>
          <a:ext cx="14944725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08835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37</Words>
  <Application>Microsoft Office PowerPoint</Application>
  <PresentationFormat>Panorámica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Full name</dc:creator>
  <cp:lastModifiedBy>Full name</cp:lastModifiedBy>
  <cp:revision>9</cp:revision>
  <dcterms:created xsi:type="dcterms:W3CDTF">2025-06-09T19:09:46Z</dcterms:created>
  <dcterms:modified xsi:type="dcterms:W3CDTF">2025-06-09T20:59:39Z</dcterms:modified>
</cp:coreProperties>
</file>